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2" r:id="rId4"/>
    <p:sldId id="261" r:id="rId5"/>
    <p:sldId id="267" r:id="rId6"/>
    <p:sldId id="257" r:id="rId7"/>
    <p:sldId id="271" r:id="rId8"/>
    <p:sldId id="272" r:id="rId9"/>
    <p:sldId id="273" r:id="rId10"/>
    <p:sldId id="270" r:id="rId11"/>
    <p:sldId id="274" r:id="rId12"/>
    <p:sldId id="275" r:id="rId13"/>
    <p:sldId id="276" r:id="rId14"/>
    <p:sldId id="277" r:id="rId15"/>
    <p:sldId id="269" r:id="rId16"/>
    <p:sldId id="259" r:id="rId17"/>
    <p:sldId id="260" r:id="rId18"/>
    <p:sldId id="263" r:id="rId19"/>
    <p:sldId id="264" r:id="rId20"/>
    <p:sldId id="266" r:id="rId21"/>
    <p:sldId id="265" r:id="rId22"/>
    <p:sldId id="268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1D58"/>
    <a:srgbClr val="64A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3531D3-0229-40F8-A2A8-1945E4E0DC5F}" v="43" dt="2026-02-18T17:56:51.7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Antonio Jimenez" userId="0c269389-9d04-4e16-b9f9-163547abf039" providerId="ADAL" clId="{04B06FDF-C72D-4506-9301-E516549E0F4E}"/>
    <pc:docChg chg="undo custSel addSld delSld modSld sldOrd">
      <pc:chgData name="Rodrigo Antonio Jimenez" userId="0c269389-9d04-4e16-b9f9-163547abf039" providerId="ADAL" clId="{04B06FDF-C72D-4506-9301-E516549E0F4E}" dt="2026-02-18T17:57:52.505" v="4764" actId="1076"/>
      <pc:docMkLst>
        <pc:docMk/>
      </pc:docMkLst>
      <pc:sldChg chg="addSp delSp modSp mod">
        <pc:chgData name="Rodrigo Antonio Jimenez" userId="0c269389-9d04-4e16-b9f9-163547abf039" providerId="ADAL" clId="{04B06FDF-C72D-4506-9301-E516549E0F4E}" dt="2026-02-18T17:45:05.570" v="4084" actId="20577"/>
        <pc:sldMkLst>
          <pc:docMk/>
          <pc:sldMk cId="1319427579" sldId="257"/>
        </pc:sldMkLst>
        <pc:spChg chg="mod">
          <ac:chgData name="Rodrigo Antonio Jimenez" userId="0c269389-9d04-4e16-b9f9-163547abf039" providerId="ADAL" clId="{04B06FDF-C72D-4506-9301-E516549E0F4E}" dt="2026-02-18T00:33:58.892" v="0" actId="207"/>
          <ac:spMkLst>
            <pc:docMk/>
            <pc:sldMk cId="1319427579" sldId="257"/>
            <ac:spMk id="2" creationId="{5793C2EF-DBAC-43B6-98DD-020E761DA240}"/>
          </ac:spMkLst>
        </pc:spChg>
        <pc:spChg chg="add del mod">
          <ac:chgData name="Rodrigo Antonio Jimenez" userId="0c269389-9d04-4e16-b9f9-163547abf039" providerId="ADAL" clId="{04B06FDF-C72D-4506-9301-E516549E0F4E}" dt="2026-02-18T17:45:05.570" v="4084" actId="20577"/>
          <ac:spMkLst>
            <pc:docMk/>
            <pc:sldMk cId="1319427579" sldId="257"/>
            <ac:spMk id="3" creationId="{E8219EBE-FAB9-F0A7-CBB3-EBDA4B74EB78}"/>
          </ac:spMkLst>
        </pc:spChg>
        <pc:spChg chg="add mod">
          <ac:chgData name="Rodrigo Antonio Jimenez" userId="0c269389-9d04-4e16-b9f9-163547abf039" providerId="ADAL" clId="{04B06FDF-C72D-4506-9301-E516549E0F4E}" dt="2026-02-18T17:42:02.477" v="4020"/>
          <ac:spMkLst>
            <pc:docMk/>
            <pc:sldMk cId="1319427579" sldId="257"/>
            <ac:spMk id="5" creationId="{8EF87690-A991-93D9-556E-17B8295AA156}"/>
          </ac:spMkLst>
        </pc:spChg>
        <pc:spChg chg="add">
          <ac:chgData name="Rodrigo Antonio Jimenez" userId="0c269389-9d04-4e16-b9f9-163547abf039" providerId="ADAL" clId="{04B06FDF-C72D-4506-9301-E516549E0F4E}" dt="2026-02-18T17:42:05.629" v="4023"/>
          <ac:spMkLst>
            <pc:docMk/>
            <pc:sldMk cId="1319427579" sldId="257"/>
            <ac:spMk id="7" creationId="{68E26BA0-0D56-A0A3-933F-839CD2861515}"/>
          </ac:spMkLst>
        </pc:spChg>
        <pc:graphicFrameChg chg="add mod">
          <ac:chgData name="Rodrigo Antonio Jimenez" userId="0c269389-9d04-4e16-b9f9-163547abf039" providerId="ADAL" clId="{04B06FDF-C72D-4506-9301-E516549E0F4E}" dt="2026-02-18T17:42:01.842" v="4019" actId="1076"/>
          <ac:graphicFrameMkLst>
            <pc:docMk/>
            <pc:sldMk cId="1319427579" sldId="257"/>
            <ac:graphicFrameMk id="4" creationId="{FE632963-87B1-9EDA-F059-AC5D8C15AD21}"/>
          </ac:graphicFrameMkLst>
        </pc:graphicFrameChg>
        <pc:graphicFrameChg chg="add mod">
          <ac:chgData name="Rodrigo Antonio Jimenez" userId="0c269389-9d04-4e16-b9f9-163547abf039" providerId="ADAL" clId="{04B06FDF-C72D-4506-9301-E516549E0F4E}" dt="2026-02-18T17:42:06.317" v="4024"/>
          <ac:graphicFrameMkLst>
            <pc:docMk/>
            <pc:sldMk cId="1319427579" sldId="257"/>
            <ac:graphicFrameMk id="6" creationId="{98B939C4-945A-A8C5-8979-730AE118BE72}"/>
          </ac:graphicFrameMkLst>
        </pc:graphicFrameChg>
      </pc:sldChg>
      <pc:sldChg chg="modSp mod">
        <pc:chgData name="Rodrigo Antonio Jimenez" userId="0c269389-9d04-4e16-b9f9-163547abf039" providerId="ADAL" clId="{04B06FDF-C72D-4506-9301-E516549E0F4E}" dt="2026-02-18T00:43:59.902" v="8"/>
        <pc:sldMkLst>
          <pc:docMk/>
          <pc:sldMk cId="913272366" sldId="259"/>
        </pc:sldMkLst>
        <pc:spChg chg="mod">
          <ac:chgData name="Rodrigo Antonio Jimenez" userId="0c269389-9d04-4e16-b9f9-163547abf039" providerId="ADAL" clId="{04B06FDF-C72D-4506-9301-E516549E0F4E}" dt="2026-02-18T00:34:12.100" v="3" actId="113"/>
          <ac:spMkLst>
            <pc:docMk/>
            <pc:sldMk cId="913272366" sldId="259"/>
            <ac:spMk id="2" creationId="{761E99C7-8C70-0FB5-7AD8-CA74EE427682}"/>
          </ac:spMkLst>
        </pc:spChg>
        <pc:spChg chg="mod">
          <ac:chgData name="Rodrigo Antonio Jimenez" userId="0c269389-9d04-4e16-b9f9-163547abf039" providerId="ADAL" clId="{04B06FDF-C72D-4506-9301-E516549E0F4E}" dt="2026-02-18T00:43:59.902" v="8"/>
          <ac:spMkLst>
            <pc:docMk/>
            <pc:sldMk cId="913272366" sldId="259"/>
            <ac:spMk id="3" creationId="{13D878CC-1F36-1EFE-8727-7467BA3F3536}"/>
          </ac:spMkLst>
        </pc:spChg>
      </pc:sldChg>
      <pc:sldChg chg="modSp mod">
        <pc:chgData name="Rodrigo Antonio Jimenez" userId="0c269389-9d04-4e16-b9f9-163547abf039" providerId="ADAL" clId="{04B06FDF-C72D-4506-9301-E516549E0F4E}" dt="2026-02-18T00:34:17.172" v="5" actId="113"/>
        <pc:sldMkLst>
          <pc:docMk/>
          <pc:sldMk cId="3406076048" sldId="260"/>
        </pc:sldMkLst>
        <pc:spChg chg="mod">
          <ac:chgData name="Rodrigo Antonio Jimenez" userId="0c269389-9d04-4e16-b9f9-163547abf039" providerId="ADAL" clId="{04B06FDF-C72D-4506-9301-E516549E0F4E}" dt="2026-02-18T00:34:17.172" v="5" actId="113"/>
          <ac:spMkLst>
            <pc:docMk/>
            <pc:sldMk cId="3406076048" sldId="260"/>
            <ac:spMk id="2" creationId="{06069B10-D408-20CD-6D14-B337618378B7}"/>
          </ac:spMkLst>
        </pc:spChg>
      </pc:sldChg>
      <pc:sldChg chg="modSp mod">
        <pc:chgData name="Rodrigo Antonio Jimenez" userId="0c269389-9d04-4e16-b9f9-163547abf039" providerId="ADAL" clId="{04B06FDF-C72D-4506-9301-E516549E0F4E}" dt="2026-02-18T15:19:11.998" v="2532" actId="20577"/>
        <pc:sldMkLst>
          <pc:docMk/>
          <pc:sldMk cId="522653098" sldId="262"/>
        </pc:sldMkLst>
        <pc:spChg chg="mod">
          <ac:chgData name="Rodrigo Antonio Jimenez" userId="0c269389-9d04-4e16-b9f9-163547abf039" providerId="ADAL" clId="{04B06FDF-C72D-4506-9301-E516549E0F4E}" dt="2026-02-18T15:19:11.998" v="2532" actId="20577"/>
          <ac:spMkLst>
            <pc:docMk/>
            <pc:sldMk cId="522653098" sldId="262"/>
            <ac:spMk id="3" creationId="{E6C7287B-B09E-37FB-9ECA-15E2EC877DFA}"/>
          </ac:spMkLst>
        </pc:spChg>
      </pc:sldChg>
      <pc:sldChg chg="modSp mod">
        <pc:chgData name="Rodrigo Antonio Jimenez" userId="0c269389-9d04-4e16-b9f9-163547abf039" providerId="ADAL" clId="{04B06FDF-C72D-4506-9301-E516549E0F4E}" dt="2026-02-18T00:45:46.529" v="64"/>
        <pc:sldMkLst>
          <pc:docMk/>
          <pc:sldMk cId="1472891122" sldId="263"/>
        </pc:sldMkLst>
        <pc:spChg chg="mod">
          <ac:chgData name="Rodrigo Antonio Jimenez" userId="0c269389-9d04-4e16-b9f9-163547abf039" providerId="ADAL" clId="{04B06FDF-C72D-4506-9301-E516549E0F4E}" dt="2026-02-18T00:34:20.133" v="6" actId="207"/>
          <ac:spMkLst>
            <pc:docMk/>
            <pc:sldMk cId="1472891122" sldId="263"/>
            <ac:spMk id="2" creationId="{7A148324-FF92-1183-95F1-E69AABCFC2B5}"/>
          </ac:spMkLst>
        </pc:spChg>
        <pc:spChg chg="mod">
          <ac:chgData name="Rodrigo Antonio Jimenez" userId="0c269389-9d04-4e16-b9f9-163547abf039" providerId="ADAL" clId="{04B06FDF-C72D-4506-9301-E516549E0F4E}" dt="2026-02-18T00:45:46.529" v="64"/>
          <ac:spMkLst>
            <pc:docMk/>
            <pc:sldMk cId="1472891122" sldId="263"/>
            <ac:spMk id="3" creationId="{DAD001D9-EC42-0549-F8EC-70CAFB2D41BD}"/>
          </ac:spMkLst>
        </pc:spChg>
      </pc:sldChg>
      <pc:sldChg chg="addSp delSp modSp add mod">
        <pc:chgData name="Rodrigo Antonio Jimenez" userId="0c269389-9d04-4e16-b9f9-163547abf039" providerId="ADAL" clId="{04B06FDF-C72D-4506-9301-E516549E0F4E}" dt="2026-02-18T00:48:50.638" v="591" actId="14100"/>
        <pc:sldMkLst>
          <pc:docMk/>
          <pc:sldMk cId="1599961387" sldId="264"/>
        </pc:sldMkLst>
        <pc:spChg chg="mod">
          <ac:chgData name="Rodrigo Antonio Jimenez" userId="0c269389-9d04-4e16-b9f9-163547abf039" providerId="ADAL" clId="{04B06FDF-C72D-4506-9301-E516549E0F4E}" dt="2026-02-18T00:48:50.638" v="591" actId="14100"/>
          <ac:spMkLst>
            <pc:docMk/>
            <pc:sldMk cId="1599961387" sldId="264"/>
            <ac:spMk id="3" creationId="{2099494D-2F74-B24D-1FE0-6437B7DC3954}"/>
          </ac:spMkLst>
        </pc:spChg>
        <pc:picChg chg="add mod">
          <ac:chgData name="Rodrigo Antonio Jimenez" userId="0c269389-9d04-4e16-b9f9-163547abf039" providerId="ADAL" clId="{04B06FDF-C72D-4506-9301-E516549E0F4E}" dt="2026-02-18T00:48:15.421" v="536" actId="1076"/>
          <ac:picMkLst>
            <pc:docMk/>
            <pc:sldMk cId="1599961387" sldId="264"/>
            <ac:picMk id="5" creationId="{53DB42E6-D35A-B525-20C1-C02F808AC06E}"/>
          </ac:picMkLst>
        </pc:picChg>
        <pc:picChg chg="del">
          <ac:chgData name="Rodrigo Antonio Jimenez" userId="0c269389-9d04-4e16-b9f9-163547abf039" providerId="ADAL" clId="{04B06FDF-C72D-4506-9301-E516549E0F4E}" dt="2026-02-18T00:45:49.556" v="66" actId="478"/>
          <ac:picMkLst>
            <pc:docMk/>
            <pc:sldMk cId="1599961387" sldId="264"/>
            <ac:picMk id="6" creationId="{C98D31EE-8E12-AEF2-1DB4-080626C480D8}"/>
          </ac:picMkLst>
        </pc:picChg>
        <pc:picChg chg="del">
          <ac:chgData name="Rodrigo Antonio Jimenez" userId="0c269389-9d04-4e16-b9f9-163547abf039" providerId="ADAL" clId="{04B06FDF-C72D-4506-9301-E516549E0F4E}" dt="2026-02-18T00:45:50.165" v="67" actId="478"/>
          <ac:picMkLst>
            <pc:docMk/>
            <pc:sldMk cId="1599961387" sldId="264"/>
            <ac:picMk id="8" creationId="{1B6F0368-984E-7820-98F3-07092D2A93FD}"/>
          </ac:picMkLst>
        </pc:picChg>
      </pc:sldChg>
      <pc:sldChg chg="addSp delSp modSp new mod">
        <pc:chgData name="Rodrigo Antonio Jimenez" userId="0c269389-9d04-4e16-b9f9-163547abf039" providerId="ADAL" clId="{04B06FDF-C72D-4506-9301-E516549E0F4E}" dt="2026-02-18T17:56:29.750" v="4653" actId="115"/>
        <pc:sldMkLst>
          <pc:docMk/>
          <pc:sldMk cId="2646112822" sldId="265"/>
        </pc:sldMkLst>
        <pc:spChg chg="mod">
          <ac:chgData name="Rodrigo Antonio Jimenez" userId="0c269389-9d04-4e16-b9f9-163547abf039" providerId="ADAL" clId="{04B06FDF-C72D-4506-9301-E516549E0F4E}" dt="2026-02-18T17:55:44.459" v="4643" actId="207"/>
          <ac:spMkLst>
            <pc:docMk/>
            <pc:sldMk cId="2646112822" sldId="265"/>
            <ac:spMk id="2" creationId="{DED37D34-E1F0-5FC6-BD5E-E48CB7F32876}"/>
          </ac:spMkLst>
        </pc:spChg>
        <pc:spChg chg="mod">
          <ac:chgData name="Rodrigo Antonio Jimenez" userId="0c269389-9d04-4e16-b9f9-163547abf039" providerId="ADAL" clId="{04B06FDF-C72D-4506-9301-E516549E0F4E}" dt="2026-02-18T17:56:29.750" v="4653" actId="115"/>
          <ac:spMkLst>
            <pc:docMk/>
            <pc:sldMk cId="2646112822" sldId="265"/>
            <ac:spMk id="3" creationId="{CBB07FF0-E963-AA50-9D86-AE9174FCB16A}"/>
          </ac:spMkLst>
        </pc:spChg>
        <pc:picChg chg="add mod">
          <ac:chgData name="Rodrigo Antonio Jimenez" userId="0c269389-9d04-4e16-b9f9-163547abf039" providerId="ADAL" clId="{04B06FDF-C72D-4506-9301-E516549E0F4E}" dt="2026-02-18T15:35:29.087" v="3586" actId="1076"/>
          <ac:picMkLst>
            <pc:docMk/>
            <pc:sldMk cId="2646112822" sldId="265"/>
            <ac:picMk id="5" creationId="{0E27A06A-0FE2-83F9-C34F-0B5D9C1BAA80}"/>
          </ac:picMkLst>
        </pc:picChg>
        <pc:picChg chg="add del mod">
          <ac:chgData name="Rodrigo Antonio Jimenez" userId="0c269389-9d04-4e16-b9f9-163547abf039" providerId="ADAL" clId="{04B06FDF-C72D-4506-9301-E516549E0F4E}" dt="2026-02-18T15:37:08.304" v="3597" actId="478"/>
          <ac:picMkLst>
            <pc:docMk/>
            <pc:sldMk cId="2646112822" sldId="265"/>
            <ac:picMk id="6" creationId="{02B41015-CF3F-6520-3FE8-55C6BC391FC7}"/>
          </ac:picMkLst>
        </pc:picChg>
        <pc:picChg chg="add mod modCrop">
          <ac:chgData name="Rodrigo Antonio Jimenez" userId="0c269389-9d04-4e16-b9f9-163547abf039" providerId="ADAL" clId="{04B06FDF-C72D-4506-9301-E516549E0F4E}" dt="2026-02-18T15:37:32.816" v="3604" actId="732"/>
          <ac:picMkLst>
            <pc:docMk/>
            <pc:sldMk cId="2646112822" sldId="265"/>
            <ac:picMk id="7" creationId="{96A2F76A-18FE-20F8-4116-99F78DA34FDC}"/>
          </ac:picMkLst>
        </pc:picChg>
        <pc:picChg chg="add mod modCrop">
          <ac:chgData name="Rodrigo Antonio Jimenez" userId="0c269389-9d04-4e16-b9f9-163547abf039" providerId="ADAL" clId="{04B06FDF-C72D-4506-9301-E516549E0F4E}" dt="2026-02-18T15:37:40.753" v="3606" actId="1076"/>
          <ac:picMkLst>
            <pc:docMk/>
            <pc:sldMk cId="2646112822" sldId="265"/>
            <ac:picMk id="8" creationId="{D79BB428-2101-A2E7-A142-C4E6212157F3}"/>
          </ac:picMkLst>
        </pc:picChg>
      </pc:sldChg>
      <pc:sldChg chg="addSp delSp modSp add mod">
        <pc:chgData name="Rodrigo Antonio Jimenez" userId="0c269389-9d04-4e16-b9f9-163547abf039" providerId="ADAL" clId="{04B06FDF-C72D-4506-9301-E516549E0F4E}" dt="2026-02-18T17:33:19.179" v="3898" actId="27636"/>
        <pc:sldMkLst>
          <pc:docMk/>
          <pc:sldMk cId="953643334" sldId="266"/>
        </pc:sldMkLst>
        <pc:spChg chg="mod">
          <ac:chgData name="Rodrigo Antonio Jimenez" userId="0c269389-9d04-4e16-b9f9-163547abf039" providerId="ADAL" clId="{04B06FDF-C72D-4506-9301-E516549E0F4E}" dt="2026-02-18T00:49:07.463" v="601" actId="20577"/>
          <ac:spMkLst>
            <pc:docMk/>
            <pc:sldMk cId="953643334" sldId="266"/>
            <ac:spMk id="2" creationId="{E475C048-6444-8B2C-9090-9E6209B7409F}"/>
          </ac:spMkLst>
        </pc:spChg>
        <pc:spChg chg="mod">
          <ac:chgData name="Rodrigo Antonio Jimenez" userId="0c269389-9d04-4e16-b9f9-163547abf039" providerId="ADAL" clId="{04B06FDF-C72D-4506-9301-E516549E0F4E}" dt="2026-02-18T17:33:19.179" v="3898" actId="27636"/>
          <ac:spMkLst>
            <pc:docMk/>
            <pc:sldMk cId="953643334" sldId="266"/>
            <ac:spMk id="3" creationId="{10DE8A4C-3806-1DAF-5F72-BD91FB9EF873}"/>
          </ac:spMkLst>
        </pc:spChg>
        <pc:picChg chg="add mod">
          <ac:chgData name="Rodrigo Antonio Jimenez" userId="0c269389-9d04-4e16-b9f9-163547abf039" providerId="ADAL" clId="{04B06FDF-C72D-4506-9301-E516549E0F4E}" dt="2026-02-18T17:33:16.445" v="3896" actId="1076"/>
          <ac:picMkLst>
            <pc:docMk/>
            <pc:sldMk cId="953643334" sldId="266"/>
            <ac:picMk id="5" creationId="{5290B348-A63E-9095-BEE1-09D6E713E6E5}"/>
          </ac:picMkLst>
        </pc:picChg>
        <pc:picChg chg="del">
          <ac:chgData name="Rodrigo Antonio Jimenez" userId="0c269389-9d04-4e16-b9f9-163547abf039" providerId="ADAL" clId="{04B06FDF-C72D-4506-9301-E516549E0F4E}" dt="2026-02-18T00:51:46.271" v="1328" actId="478"/>
          <ac:picMkLst>
            <pc:docMk/>
            <pc:sldMk cId="953643334" sldId="266"/>
            <ac:picMk id="5" creationId="{958E9C64-012B-E58C-0229-DD37F2B4171A}"/>
          </ac:picMkLst>
        </pc:picChg>
      </pc:sldChg>
      <pc:sldChg chg="delSp modSp add mod">
        <pc:chgData name="Rodrigo Antonio Jimenez" userId="0c269389-9d04-4e16-b9f9-163547abf039" providerId="ADAL" clId="{04B06FDF-C72D-4506-9301-E516549E0F4E}" dt="2026-02-18T00:58:22.367" v="1916" actId="20577"/>
        <pc:sldMkLst>
          <pc:docMk/>
          <pc:sldMk cId="3369242153" sldId="267"/>
        </pc:sldMkLst>
        <pc:spChg chg="mod">
          <ac:chgData name="Rodrigo Antonio Jimenez" userId="0c269389-9d04-4e16-b9f9-163547abf039" providerId="ADAL" clId="{04B06FDF-C72D-4506-9301-E516549E0F4E}" dt="2026-02-18T00:58:22.367" v="1916" actId="20577"/>
          <ac:spMkLst>
            <pc:docMk/>
            <pc:sldMk cId="3369242153" sldId="267"/>
            <ac:spMk id="3" creationId="{5A0DB480-CACB-53F6-042E-EF3B8B56125D}"/>
          </ac:spMkLst>
        </pc:spChg>
        <pc:spChg chg="del mod">
          <ac:chgData name="Rodrigo Antonio Jimenez" userId="0c269389-9d04-4e16-b9f9-163547abf039" providerId="ADAL" clId="{04B06FDF-C72D-4506-9301-E516549E0F4E}" dt="2026-02-18T00:58:14.513" v="1915"/>
          <ac:spMkLst>
            <pc:docMk/>
            <pc:sldMk cId="3369242153" sldId="267"/>
            <ac:spMk id="4" creationId="{7B3ECA3F-0ADE-385B-211B-A36CEFA66346}"/>
          </ac:spMkLst>
        </pc:spChg>
      </pc:sldChg>
      <pc:sldChg chg="addSp delSp modSp add mod">
        <pc:chgData name="Rodrigo Antonio Jimenez" userId="0c269389-9d04-4e16-b9f9-163547abf039" providerId="ADAL" clId="{04B06FDF-C72D-4506-9301-E516549E0F4E}" dt="2026-02-18T17:55:57.997" v="4646" actId="113"/>
        <pc:sldMkLst>
          <pc:docMk/>
          <pc:sldMk cId="1833365500" sldId="268"/>
        </pc:sldMkLst>
        <pc:spChg chg="mod">
          <ac:chgData name="Rodrigo Antonio Jimenez" userId="0c269389-9d04-4e16-b9f9-163547abf039" providerId="ADAL" clId="{04B06FDF-C72D-4506-9301-E516549E0F4E}" dt="2026-02-18T17:55:48.101" v="4644" actId="207"/>
          <ac:spMkLst>
            <pc:docMk/>
            <pc:sldMk cId="1833365500" sldId="268"/>
            <ac:spMk id="2" creationId="{DA40F168-CE2D-3CD1-8D35-C541773070F4}"/>
          </ac:spMkLst>
        </pc:spChg>
        <pc:spChg chg="add del mod">
          <ac:chgData name="Rodrigo Antonio Jimenez" userId="0c269389-9d04-4e16-b9f9-163547abf039" providerId="ADAL" clId="{04B06FDF-C72D-4506-9301-E516549E0F4E}" dt="2026-02-18T17:55:57.997" v="4646" actId="113"/>
          <ac:spMkLst>
            <pc:docMk/>
            <pc:sldMk cId="1833365500" sldId="268"/>
            <ac:spMk id="3" creationId="{43E6192D-8A42-9A60-15FB-E52251CCE294}"/>
          </ac:spMkLst>
        </pc:spChg>
        <pc:graphicFrameChg chg="add mod">
          <ac:chgData name="Rodrigo Antonio Jimenez" userId="0c269389-9d04-4e16-b9f9-163547abf039" providerId="ADAL" clId="{04B06FDF-C72D-4506-9301-E516549E0F4E}" dt="2026-02-18T15:40:02.658" v="3653"/>
          <ac:graphicFrameMkLst>
            <pc:docMk/>
            <pc:sldMk cId="1833365500" sldId="268"/>
            <ac:graphicFrameMk id="6" creationId="{61ED18DD-9B62-EEE9-4F1E-D2FB84B3CF15}"/>
          </ac:graphicFrameMkLst>
        </pc:graphicFrameChg>
        <pc:picChg chg="add">
          <ac:chgData name="Rodrigo Antonio Jimenez" userId="0c269389-9d04-4e16-b9f9-163547abf039" providerId="ADAL" clId="{04B06FDF-C72D-4506-9301-E516549E0F4E}" dt="2026-02-18T15:39:54.048" v="3651"/>
          <ac:picMkLst>
            <pc:docMk/>
            <pc:sldMk cId="1833365500" sldId="268"/>
            <ac:picMk id="4" creationId="{5C983D04-6E51-EBF3-CEEB-107AA207977A}"/>
          </ac:picMkLst>
        </pc:picChg>
        <pc:picChg chg="del">
          <ac:chgData name="Rodrigo Antonio Jimenez" userId="0c269389-9d04-4e16-b9f9-163547abf039" providerId="ADAL" clId="{04B06FDF-C72D-4506-9301-E516549E0F4E}" dt="2026-02-18T15:39:45.524" v="3646" actId="478"/>
          <ac:picMkLst>
            <pc:docMk/>
            <pc:sldMk cId="1833365500" sldId="268"/>
            <ac:picMk id="5" creationId="{65A664E7-CFC4-0FEC-C4E1-A8C84040254E}"/>
          </ac:picMkLst>
        </pc:picChg>
        <pc:picChg chg="del">
          <ac:chgData name="Rodrigo Antonio Jimenez" userId="0c269389-9d04-4e16-b9f9-163547abf039" providerId="ADAL" clId="{04B06FDF-C72D-4506-9301-E516549E0F4E}" dt="2026-02-18T15:39:45.895" v="3647" actId="478"/>
          <ac:picMkLst>
            <pc:docMk/>
            <pc:sldMk cId="1833365500" sldId="268"/>
            <ac:picMk id="7" creationId="{DC21EF95-BD0A-DEAB-7F87-E8BD9EB8131F}"/>
          </ac:picMkLst>
        </pc:picChg>
        <pc:picChg chg="del">
          <ac:chgData name="Rodrigo Antonio Jimenez" userId="0c269389-9d04-4e16-b9f9-163547abf039" providerId="ADAL" clId="{04B06FDF-C72D-4506-9301-E516549E0F4E}" dt="2026-02-18T15:39:46.258" v="3648" actId="478"/>
          <ac:picMkLst>
            <pc:docMk/>
            <pc:sldMk cId="1833365500" sldId="268"/>
            <ac:picMk id="8" creationId="{BA396D01-7293-EBFA-9A17-0E8C42F061F9}"/>
          </ac:picMkLst>
        </pc:picChg>
        <pc:picChg chg="add mod">
          <ac:chgData name="Rodrigo Antonio Jimenez" userId="0c269389-9d04-4e16-b9f9-163547abf039" providerId="ADAL" clId="{04B06FDF-C72D-4506-9301-E516549E0F4E}" dt="2026-02-18T16:27:24.817" v="3664" actId="1076"/>
          <ac:picMkLst>
            <pc:docMk/>
            <pc:sldMk cId="1833365500" sldId="268"/>
            <ac:picMk id="9" creationId="{F1516407-66DD-FDF1-3D4E-BBFDBC07B0FC}"/>
          </ac:picMkLst>
        </pc:picChg>
        <pc:picChg chg="add mod">
          <ac:chgData name="Rodrigo Antonio Jimenez" userId="0c269389-9d04-4e16-b9f9-163547abf039" providerId="ADAL" clId="{04B06FDF-C72D-4506-9301-E516549E0F4E}" dt="2026-02-18T17:34:52.491" v="4009" actId="1076"/>
          <ac:picMkLst>
            <pc:docMk/>
            <pc:sldMk cId="1833365500" sldId="268"/>
            <ac:picMk id="11" creationId="{066A309F-92A6-D9D7-F3A3-BAA031A2F7C5}"/>
          </ac:picMkLst>
        </pc:picChg>
      </pc:sldChg>
      <pc:sldChg chg="add">
        <pc:chgData name="Rodrigo Antonio Jimenez" userId="0c269389-9d04-4e16-b9f9-163547abf039" providerId="ADAL" clId="{04B06FDF-C72D-4506-9301-E516549E0F4E}" dt="2026-02-18T17:39:16.968" v="4010"/>
        <pc:sldMkLst>
          <pc:docMk/>
          <pc:sldMk cId="1914405171" sldId="269"/>
        </pc:sldMkLst>
      </pc:sldChg>
      <pc:sldChg chg="addSp modSp add mod ord">
        <pc:chgData name="Rodrigo Antonio Jimenez" userId="0c269389-9d04-4e16-b9f9-163547abf039" providerId="ADAL" clId="{04B06FDF-C72D-4506-9301-E516549E0F4E}" dt="2026-02-18T17:50:34.989" v="4343"/>
        <pc:sldMkLst>
          <pc:docMk/>
          <pc:sldMk cId="128019580" sldId="270"/>
        </pc:sldMkLst>
        <pc:spChg chg="mod">
          <ac:chgData name="Rodrigo Antonio Jimenez" userId="0c269389-9d04-4e16-b9f9-163547abf039" providerId="ADAL" clId="{04B06FDF-C72D-4506-9301-E516549E0F4E}" dt="2026-02-18T17:48:11.485" v="4147" actId="20577"/>
          <ac:spMkLst>
            <pc:docMk/>
            <pc:sldMk cId="128019580" sldId="270"/>
            <ac:spMk id="3" creationId="{70F42DE0-5493-B31D-79AD-2D3F52F58D05}"/>
          </ac:spMkLst>
        </pc:spChg>
        <pc:picChg chg="add mod">
          <ac:chgData name="Rodrigo Antonio Jimenez" userId="0c269389-9d04-4e16-b9f9-163547abf039" providerId="ADAL" clId="{04B06FDF-C72D-4506-9301-E516549E0F4E}" dt="2026-02-18T17:47:43.931" v="4119" actId="1076"/>
          <ac:picMkLst>
            <pc:docMk/>
            <pc:sldMk cId="128019580" sldId="270"/>
            <ac:picMk id="5" creationId="{0B9FEEFD-9B08-AC19-8D75-4815DC796229}"/>
          </ac:picMkLst>
        </pc:picChg>
      </pc:sldChg>
      <pc:sldChg chg="addSp modSp add mod ord">
        <pc:chgData name="Rodrigo Antonio Jimenez" userId="0c269389-9d04-4e16-b9f9-163547abf039" providerId="ADAL" clId="{04B06FDF-C72D-4506-9301-E516549E0F4E}" dt="2026-02-18T17:49:55.732" v="4311"/>
        <pc:sldMkLst>
          <pc:docMk/>
          <pc:sldMk cId="2186249768" sldId="271"/>
        </pc:sldMkLst>
        <pc:spChg chg="mod">
          <ac:chgData name="Rodrigo Antonio Jimenez" userId="0c269389-9d04-4e16-b9f9-163547abf039" providerId="ADAL" clId="{04B06FDF-C72D-4506-9301-E516549E0F4E}" dt="2026-02-18T17:49:48.879" v="4308" actId="20577"/>
          <ac:spMkLst>
            <pc:docMk/>
            <pc:sldMk cId="2186249768" sldId="271"/>
            <ac:spMk id="3" creationId="{46B2BA25-453A-D039-53B8-7AF1291E5387}"/>
          </ac:spMkLst>
        </pc:spChg>
        <pc:picChg chg="add mod">
          <ac:chgData name="Rodrigo Antonio Jimenez" userId="0c269389-9d04-4e16-b9f9-163547abf039" providerId="ADAL" clId="{04B06FDF-C72D-4506-9301-E516549E0F4E}" dt="2026-02-18T17:49:52.195" v="4309" actId="1076"/>
          <ac:picMkLst>
            <pc:docMk/>
            <pc:sldMk cId="2186249768" sldId="271"/>
            <ac:picMk id="5" creationId="{BDB2C5C9-0144-2307-14DE-758103B3F176}"/>
          </ac:picMkLst>
        </pc:picChg>
        <pc:picChg chg="add mod">
          <ac:chgData name="Rodrigo Antonio Jimenez" userId="0c269389-9d04-4e16-b9f9-163547abf039" providerId="ADAL" clId="{04B06FDF-C72D-4506-9301-E516549E0F4E}" dt="2026-02-18T17:49:09.657" v="4152" actId="1076"/>
          <ac:picMkLst>
            <pc:docMk/>
            <pc:sldMk cId="2186249768" sldId="271"/>
            <ac:picMk id="7" creationId="{DC3F9286-410C-9909-B68B-CB8CC3872620}"/>
          </ac:picMkLst>
        </pc:picChg>
      </pc:sldChg>
      <pc:sldChg chg="addSp modSp add mod">
        <pc:chgData name="Rodrigo Antonio Jimenez" userId="0c269389-9d04-4e16-b9f9-163547abf039" providerId="ADAL" clId="{04B06FDF-C72D-4506-9301-E516549E0F4E}" dt="2026-02-18T17:50:21.273" v="4341" actId="20577"/>
        <pc:sldMkLst>
          <pc:docMk/>
          <pc:sldMk cId="3142735244" sldId="272"/>
        </pc:sldMkLst>
        <pc:spChg chg="mod">
          <ac:chgData name="Rodrigo Antonio Jimenez" userId="0c269389-9d04-4e16-b9f9-163547abf039" providerId="ADAL" clId="{04B06FDF-C72D-4506-9301-E516549E0F4E}" dt="2026-02-18T17:50:21.273" v="4341" actId="20577"/>
          <ac:spMkLst>
            <pc:docMk/>
            <pc:sldMk cId="3142735244" sldId="272"/>
            <ac:spMk id="3" creationId="{99EF871D-36C9-0521-444A-BE4D72F034B9}"/>
          </ac:spMkLst>
        </pc:spChg>
        <pc:picChg chg="add mod">
          <ac:chgData name="Rodrigo Antonio Jimenez" userId="0c269389-9d04-4e16-b9f9-163547abf039" providerId="ADAL" clId="{04B06FDF-C72D-4506-9301-E516549E0F4E}" dt="2026-02-18T17:50:13.968" v="4313" actId="1076"/>
          <ac:picMkLst>
            <pc:docMk/>
            <pc:sldMk cId="3142735244" sldId="272"/>
            <ac:picMk id="5" creationId="{BE817034-CB09-D017-E5FA-18A3CA1D1E2F}"/>
          </ac:picMkLst>
        </pc:picChg>
      </pc:sldChg>
      <pc:sldChg chg="addSp modSp add mod ord">
        <pc:chgData name="Rodrigo Antonio Jimenez" userId="0c269389-9d04-4e16-b9f9-163547abf039" providerId="ADAL" clId="{04B06FDF-C72D-4506-9301-E516549E0F4E}" dt="2026-02-18T17:51:02.710" v="4375" actId="20577"/>
        <pc:sldMkLst>
          <pc:docMk/>
          <pc:sldMk cId="3447278709" sldId="273"/>
        </pc:sldMkLst>
        <pc:spChg chg="mod">
          <ac:chgData name="Rodrigo Antonio Jimenez" userId="0c269389-9d04-4e16-b9f9-163547abf039" providerId="ADAL" clId="{04B06FDF-C72D-4506-9301-E516549E0F4E}" dt="2026-02-18T17:51:02.710" v="4375" actId="20577"/>
          <ac:spMkLst>
            <pc:docMk/>
            <pc:sldMk cId="3447278709" sldId="273"/>
            <ac:spMk id="3" creationId="{99DF57FE-634D-7769-05DA-0EA6FF03C594}"/>
          </ac:spMkLst>
        </pc:spChg>
        <pc:picChg chg="add mod">
          <ac:chgData name="Rodrigo Antonio Jimenez" userId="0c269389-9d04-4e16-b9f9-163547abf039" providerId="ADAL" clId="{04B06FDF-C72D-4506-9301-E516549E0F4E}" dt="2026-02-18T17:50:54.468" v="4347" actId="1076"/>
          <ac:picMkLst>
            <pc:docMk/>
            <pc:sldMk cId="3447278709" sldId="273"/>
            <ac:picMk id="5" creationId="{BBFA149A-424B-78D5-6164-D3AC5137E124}"/>
          </ac:picMkLst>
        </pc:picChg>
      </pc:sldChg>
      <pc:sldChg chg="addSp delSp modSp add mod">
        <pc:chgData name="Rodrigo Antonio Jimenez" userId="0c269389-9d04-4e16-b9f9-163547abf039" providerId="ADAL" clId="{04B06FDF-C72D-4506-9301-E516549E0F4E}" dt="2026-02-18T17:52:15.057" v="4427" actId="22"/>
        <pc:sldMkLst>
          <pc:docMk/>
          <pc:sldMk cId="1375622089" sldId="274"/>
        </pc:sldMkLst>
        <pc:spChg chg="mod">
          <ac:chgData name="Rodrigo Antonio Jimenez" userId="0c269389-9d04-4e16-b9f9-163547abf039" providerId="ADAL" clId="{04B06FDF-C72D-4506-9301-E516549E0F4E}" dt="2026-02-18T17:51:52.544" v="4425" actId="20577"/>
          <ac:spMkLst>
            <pc:docMk/>
            <pc:sldMk cId="1375622089" sldId="274"/>
            <ac:spMk id="3" creationId="{E8B255D9-9B05-1212-0456-F177C651A9F1}"/>
          </ac:spMkLst>
        </pc:spChg>
        <pc:picChg chg="del">
          <ac:chgData name="Rodrigo Antonio Jimenez" userId="0c269389-9d04-4e16-b9f9-163547abf039" providerId="ADAL" clId="{04B06FDF-C72D-4506-9301-E516549E0F4E}" dt="2026-02-18T17:51:30.281" v="4377" actId="478"/>
          <ac:picMkLst>
            <pc:docMk/>
            <pc:sldMk cId="1375622089" sldId="274"/>
            <ac:picMk id="5" creationId="{DFB68CA0-6B83-4FA8-D7EA-AA716EC09428}"/>
          </ac:picMkLst>
        </pc:picChg>
        <pc:picChg chg="add del mod modCrop">
          <ac:chgData name="Rodrigo Antonio Jimenez" userId="0c269389-9d04-4e16-b9f9-163547abf039" providerId="ADAL" clId="{04B06FDF-C72D-4506-9301-E516549E0F4E}" dt="2026-02-18T17:52:04.076" v="4426" actId="478"/>
          <ac:picMkLst>
            <pc:docMk/>
            <pc:sldMk cId="1375622089" sldId="274"/>
            <ac:picMk id="6" creationId="{3A4FF125-B07F-C514-3A5D-D19B5E90CFA5}"/>
          </ac:picMkLst>
        </pc:picChg>
        <pc:picChg chg="add">
          <ac:chgData name="Rodrigo Antonio Jimenez" userId="0c269389-9d04-4e16-b9f9-163547abf039" providerId="ADAL" clId="{04B06FDF-C72D-4506-9301-E516549E0F4E}" dt="2026-02-18T17:52:15.057" v="4427" actId="22"/>
          <ac:picMkLst>
            <pc:docMk/>
            <pc:sldMk cId="1375622089" sldId="274"/>
            <ac:picMk id="8" creationId="{655C9C70-D8A2-76FC-A72C-6C0BD9414AAA}"/>
          </ac:picMkLst>
        </pc:picChg>
      </pc:sldChg>
      <pc:sldChg chg="addSp delSp modSp add mod">
        <pc:chgData name="Rodrigo Antonio Jimenez" userId="0c269389-9d04-4e16-b9f9-163547abf039" providerId="ADAL" clId="{04B06FDF-C72D-4506-9301-E516549E0F4E}" dt="2026-02-18T17:53:05.221" v="4469" actId="20577"/>
        <pc:sldMkLst>
          <pc:docMk/>
          <pc:sldMk cId="934253115" sldId="275"/>
        </pc:sldMkLst>
        <pc:spChg chg="mod">
          <ac:chgData name="Rodrigo Antonio Jimenez" userId="0c269389-9d04-4e16-b9f9-163547abf039" providerId="ADAL" clId="{04B06FDF-C72D-4506-9301-E516549E0F4E}" dt="2026-02-18T17:53:05.221" v="4469" actId="20577"/>
          <ac:spMkLst>
            <pc:docMk/>
            <pc:sldMk cId="934253115" sldId="275"/>
            <ac:spMk id="3" creationId="{AD6D673A-AA73-6B54-2C51-F206A7A106A2}"/>
          </ac:spMkLst>
        </pc:spChg>
        <pc:picChg chg="add mod">
          <ac:chgData name="Rodrigo Antonio Jimenez" userId="0c269389-9d04-4e16-b9f9-163547abf039" providerId="ADAL" clId="{04B06FDF-C72D-4506-9301-E516549E0F4E}" dt="2026-02-18T17:52:53.207" v="4432" actId="1076"/>
          <ac:picMkLst>
            <pc:docMk/>
            <pc:sldMk cId="934253115" sldId="275"/>
            <ac:picMk id="5" creationId="{4E1D0711-04D2-B6B7-7250-2CB62B43E674}"/>
          </ac:picMkLst>
        </pc:picChg>
        <pc:picChg chg="del">
          <ac:chgData name="Rodrigo Antonio Jimenez" userId="0c269389-9d04-4e16-b9f9-163547abf039" providerId="ADAL" clId="{04B06FDF-C72D-4506-9301-E516549E0F4E}" dt="2026-02-18T17:52:48.303" v="4429" actId="478"/>
          <ac:picMkLst>
            <pc:docMk/>
            <pc:sldMk cId="934253115" sldId="275"/>
            <ac:picMk id="8" creationId="{7198E355-B9A6-817C-4832-875A6D880533}"/>
          </ac:picMkLst>
        </pc:picChg>
      </pc:sldChg>
      <pc:sldChg chg="addSp delSp modSp add mod">
        <pc:chgData name="Rodrigo Antonio Jimenez" userId="0c269389-9d04-4e16-b9f9-163547abf039" providerId="ADAL" clId="{04B06FDF-C72D-4506-9301-E516549E0F4E}" dt="2026-02-18T17:53:45.731" v="4509" actId="20577"/>
        <pc:sldMkLst>
          <pc:docMk/>
          <pc:sldMk cId="3794489980" sldId="276"/>
        </pc:sldMkLst>
        <pc:spChg chg="mod">
          <ac:chgData name="Rodrigo Antonio Jimenez" userId="0c269389-9d04-4e16-b9f9-163547abf039" providerId="ADAL" clId="{04B06FDF-C72D-4506-9301-E516549E0F4E}" dt="2026-02-18T17:53:45.731" v="4509" actId="20577"/>
          <ac:spMkLst>
            <pc:docMk/>
            <pc:sldMk cId="3794489980" sldId="276"/>
            <ac:spMk id="3" creationId="{60743CDD-0E5F-4ADE-8795-415CA6FF5809}"/>
          </ac:spMkLst>
        </pc:spChg>
        <pc:picChg chg="del">
          <ac:chgData name="Rodrigo Antonio Jimenez" userId="0c269389-9d04-4e16-b9f9-163547abf039" providerId="ADAL" clId="{04B06FDF-C72D-4506-9301-E516549E0F4E}" dt="2026-02-18T17:53:30.754" v="4471" actId="478"/>
          <ac:picMkLst>
            <pc:docMk/>
            <pc:sldMk cId="3794489980" sldId="276"/>
            <ac:picMk id="5" creationId="{04DB1610-6A44-DEC8-2EA6-B7304DCDC06A}"/>
          </ac:picMkLst>
        </pc:picChg>
        <pc:picChg chg="add mod">
          <ac:chgData name="Rodrigo Antonio Jimenez" userId="0c269389-9d04-4e16-b9f9-163547abf039" providerId="ADAL" clId="{04B06FDF-C72D-4506-9301-E516549E0F4E}" dt="2026-02-18T17:53:37.906" v="4474" actId="1076"/>
          <ac:picMkLst>
            <pc:docMk/>
            <pc:sldMk cId="3794489980" sldId="276"/>
            <ac:picMk id="6" creationId="{B313D851-E42E-E985-53A6-C40F880C4F07}"/>
          </ac:picMkLst>
        </pc:picChg>
      </pc:sldChg>
      <pc:sldChg chg="addSp delSp modSp add mod">
        <pc:chgData name="Rodrigo Antonio Jimenez" userId="0c269389-9d04-4e16-b9f9-163547abf039" providerId="ADAL" clId="{04B06FDF-C72D-4506-9301-E516549E0F4E}" dt="2026-02-18T17:54:46.928" v="4532" actId="20577"/>
        <pc:sldMkLst>
          <pc:docMk/>
          <pc:sldMk cId="3483706861" sldId="277"/>
        </pc:sldMkLst>
        <pc:spChg chg="mod">
          <ac:chgData name="Rodrigo Antonio Jimenez" userId="0c269389-9d04-4e16-b9f9-163547abf039" providerId="ADAL" clId="{04B06FDF-C72D-4506-9301-E516549E0F4E}" dt="2026-02-18T17:54:46.928" v="4532" actId="20577"/>
          <ac:spMkLst>
            <pc:docMk/>
            <pc:sldMk cId="3483706861" sldId="277"/>
            <ac:spMk id="3" creationId="{34EDA22B-C5E6-E5B6-C034-05EC3844D82E}"/>
          </ac:spMkLst>
        </pc:spChg>
        <pc:picChg chg="add mod">
          <ac:chgData name="Rodrigo Antonio Jimenez" userId="0c269389-9d04-4e16-b9f9-163547abf039" providerId="ADAL" clId="{04B06FDF-C72D-4506-9301-E516549E0F4E}" dt="2026-02-18T17:54:39.986" v="4513" actId="1076"/>
          <ac:picMkLst>
            <pc:docMk/>
            <pc:sldMk cId="3483706861" sldId="277"/>
            <ac:picMk id="5" creationId="{BEBD507C-A2BA-EA41-B826-956E06A023F3}"/>
          </ac:picMkLst>
        </pc:picChg>
        <pc:picChg chg="del">
          <ac:chgData name="Rodrigo Antonio Jimenez" userId="0c269389-9d04-4e16-b9f9-163547abf039" providerId="ADAL" clId="{04B06FDF-C72D-4506-9301-E516549E0F4E}" dt="2026-02-18T17:54:37.409" v="4511" actId="478"/>
          <ac:picMkLst>
            <pc:docMk/>
            <pc:sldMk cId="3483706861" sldId="277"/>
            <ac:picMk id="6" creationId="{52C22A6C-1F7B-121D-8BED-879A6A3DF4AB}"/>
          </ac:picMkLst>
        </pc:picChg>
      </pc:sldChg>
      <pc:sldChg chg="delSp modSp add del mod">
        <pc:chgData name="Rodrigo Antonio Jimenez" userId="0c269389-9d04-4e16-b9f9-163547abf039" providerId="ADAL" clId="{04B06FDF-C72D-4506-9301-E516549E0F4E}" dt="2026-02-18T17:55:18.477" v="4642" actId="47"/>
        <pc:sldMkLst>
          <pc:docMk/>
          <pc:sldMk cId="450117140" sldId="278"/>
        </pc:sldMkLst>
        <pc:spChg chg="mod">
          <ac:chgData name="Rodrigo Antonio Jimenez" userId="0c269389-9d04-4e16-b9f9-163547abf039" providerId="ADAL" clId="{04B06FDF-C72D-4506-9301-E516549E0F4E}" dt="2026-02-18T17:55:17" v="4641" actId="20577"/>
          <ac:spMkLst>
            <pc:docMk/>
            <pc:sldMk cId="450117140" sldId="278"/>
            <ac:spMk id="3" creationId="{7A4E7974-6E65-FB4D-E0EF-E1166B2F7571}"/>
          </ac:spMkLst>
        </pc:spChg>
        <pc:picChg chg="del mod">
          <ac:chgData name="Rodrigo Antonio Jimenez" userId="0c269389-9d04-4e16-b9f9-163547abf039" providerId="ADAL" clId="{04B06FDF-C72D-4506-9301-E516549E0F4E}" dt="2026-02-18T17:55:00.978" v="4535" actId="478"/>
          <ac:picMkLst>
            <pc:docMk/>
            <pc:sldMk cId="450117140" sldId="278"/>
            <ac:picMk id="5" creationId="{5F4EA30D-04FB-B202-8CDD-23D9C44BD3AA}"/>
          </ac:picMkLst>
        </pc:picChg>
      </pc:sldChg>
      <pc:sldChg chg="addSp delSp modSp add mod">
        <pc:chgData name="Rodrigo Antonio Jimenez" userId="0c269389-9d04-4e16-b9f9-163547abf039" providerId="ADAL" clId="{04B06FDF-C72D-4506-9301-E516549E0F4E}" dt="2026-02-18T17:57:52.505" v="4764" actId="1076"/>
        <pc:sldMkLst>
          <pc:docMk/>
          <pc:sldMk cId="2313694727" sldId="278"/>
        </pc:sldMkLst>
        <pc:spChg chg="mod">
          <ac:chgData name="Rodrigo Antonio Jimenez" userId="0c269389-9d04-4e16-b9f9-163547abf039" providerId="ADAL" clId="{04B06FDF-C72D-4506-9301-E516549E0F4E}" dt="2026-02-18T17:57:14.215" v="4760" actId="20577"/>
          <ac:spMkLst>
            <pc:docMk/>
            <pc:sldMk cId="2313694727" sldId="278"/>
            <ac:spMk id="3" creationId="{78BDEA87-2CDB-86B0-2D4E-D030493A40A5}"/>
          </ac:spMkLst>
        </pc:spChg>
        <pc:picChg chg="add mod">
          <ac:chgData name="Rodrigo Antonio Jimenez" userId="0c269389-9d04-4e16-b9f9-163547abf039" providerId="ADAL" clId="{04B06FDF-C72D-4506-9301-E516549E0F4E}" dt="2026-02-18T17:57:52.505" v="4764" actId="1076"/>
          <ac:picMkLst>
            <pc:docMk/>
            <pc:sldMk cId="2313694727" sldId="278"/>
            <ac:picMk id="5" creationId="{A15C0C49-3687-2692-95E1-18B7FF7942BB}"/>
          </ac:picMkLst>
        </pc:picChg>
        <pc:picChg chg="del">
          <ac:chgData name="Rodrigo Antonio Jimenez" userId="0c269389-9d04-4e16-b9f9-163547abf039" providerId="ADAL" clId="{04B06FDF-C72D-4506-9301-E516549E0F4E}" dt="2026-02-18T17:56:54.664" v="4656" actId="478"/>
          <ac:picMkLst>
            <pc:docMk/>
            <pc:sldMk cId="2313694727" sldId="278"/>
            <ac:picMk id="9" creationId="{B5DD63F5-EC44-729D-E8D7-8EE76476DFF5}"/>
          </ac:picMkLst>
        </pc:picChg>
        <pc:picChg chg="del">
          <ac:chgData name="Rodrigo Antonio Jimenez" userId="0c269389-9d04-4e16-b9f9-163547abf039" providerId="ADAL" clId="{04B06FDF-C72D-4506-9301-E516549E0F4E}" dt="2026-02-18T17:56:54.147" v="4655" actId="478"/>
          <ac:picMkLst>
            <pc:docMk/>
            <pc:sldMk cId="2313694727" sldId="278"/>
            <ac:picMk id="11" creationId="{0FDAE132-6FBC-D32A-A260-4F5ADB6BDB9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95061-77C6-411B-AAF3-ABF6CBB945E3}" type="datetimeFigureOut">
              <a:rPr lang="es-US" smtClean="0"/>
              <a:t>2/23/2026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1ECC-E94D-4EDF-9DF1-007138D9A4D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637712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95061-77C6-411B-AAF3-ABF6CBB945E3}" type="datetimeFigureOut">
              <a:rPr lang="es-US" smtClean="0"/>
              <a:t>2/23/2026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1ECC-E94D-4EDF-9DF1-007138D9A4D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992590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95061-77C6-411B-AAF3-ABF6CBB945E3}" type="datetimeFigureOut">
              <a:rPr lang="es-US" smtClean="0"/>
              <a:t>2/23/2026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1ECC-E94D-4EDF-9DF1-007138D9A4D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53257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95061-77C6-411B-AAF3-ABF6CBB945E3}" type="datetimeFigureOut">
              <a:rPr lang="es-US" smtClean="0"/>
              <a:t>2/23/2026</a:t>
            </a:fld>
            <a:endParaRPr lang="es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1ECC-E94D-4EDF-9DF1-007138D9A4D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180844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95061-77C6-411B-AAF3-ABF6CBB945E3}" type="datetimeFigureOut">
              <a:rPr lang="es-US" smtClean="0"/>
              <a:t>2/23/2026</a:t>
            </a:fld>
            <a:endParaRPr lang="es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1ECC-E94D-4EDF-9DF1-007138D9A4D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468957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95061-77C6-411B-AAF3-ABF6CBB945E3}" type="datetimeFigureOut">
              <a:rPr lang="es-US" smtClean="0"/>
              <a:t>2/23/2026</a:t>
            </a:fld>
            <a:endParaRPr lang="es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1ECC-E94D-4EDF-9DF1-007138D9A4D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761185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95061-77C6-411B-AAF3-ABF6CBB945E3}" type="datetimeFigureOut">
              <a:rPr lang="es-US" smtClean="0"/>
              <a:t>2/23/2026</a:t>
            </a:fld>
            <a:endParaRPr lang="es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1ECC-E94D-4EDF-9DF1-007138D9A4D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081825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95061-77C6-411B-AAF3-ABF6CBB945E3}" type="datetimeFigureOut">
              <a:rPr lang="es-US" smtClean="0"/>
              <a:t>2/23/2026</a:t>
            </a:fld>
            <a:endParaRPr lang="es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1ECC-E94D-4EDF-9DF1-007138D9A4D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820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95061-77C6-411B-AAF3-ABF6CBB945E3}" type="datetimeFigureOut">
              <a:rPr lang="es-US" smtClean="0"/>
              <a:t>2/23/2026</a:t>
            </a:fld>
            <a:endParaRPr lang="es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1ECC-E94D-4EDF-9DF1-007138D9A4D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367050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95061-77C6-411B-AAF3-ABF6CBB945E3}" type="datetimeFigureOut">
              <a:rPr lang="es-US" smtClean="0"/>
              <a:t>2/23/2026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1ECC-E94D-4EDF-9DF1-007138D9A4D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158293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95061-77C6-411B-AAF3-ABF6CBB945E3}" type="datetimeFigureOut">
              <a:rPr lang="es-US" smtClean="0"/>
              <a:t>2/23/2026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1ECC-E94D-4EDF-9DF1-007138D9A4D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360386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E8A95061-77C6-411B-AAF3-ABF6CBB945E3}" type="datetimeFigureOut">
              <a:rPr lang="es-US" smtClean="0"/>
              <a:t>2/23/2026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s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8371ECC-E94D-4EDF-9DF1-007138D9A4D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1678306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1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C94D4544-4B8F-879A-278E-1B61CA3C8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0"/>
            <a:ext cx="12192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9176E7-2C5B-5D7A-4ECC-7313392351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5110"/>
            <a:ext cx="9144000" cy="1212829"/>
          </a:xfrm>
        </p:spPr>
        <p:txBody>
          <a:bodyPr>
            <a:normAutofit fontScale="90000"/>
          </a:bodyPr>
          <a:lstStyle/>
          <a:p>
            <a:r>
              <a:rPr lang="es-MX" b="1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MACRO:  RDA GET RATES</a:t>
            </a:r>
            <a:endParaRPr lang="es-US" b="1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2729E6-59DA-692A-E1E6-BF55786FD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78206"/>
            <a:ext cx="9144000" cy="437527"/>
          </a:xfrm>
        </p:spPr>
        <p:txBody>
          <a:bodyPr/>
          <a:lstStyle/>
          <a:p>
            <a:r>
              <a:rPr lang="es-MX" dirty="0"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DOCUMENTACION &amp; PROCESOS</a:t>
            </a:r>
            <a:endParaRPr lang="es-US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4E8626E2-3304-EC0C-F7D7-5BF14A83BA7B}"/>
              </a:ext>
            </a:extLst>
          </p:cNvPr>
          <p:cNvCxnSpPr/>
          <p:nvPr/>
        </p:nvCxnSpPr>
        <p:spPr>
          <a:xfrm>
            <a:off x="925975" y="1412111"/>
            <a:ext cx="100931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342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54149-9AB2-C8B0-47AE-F37BA88CC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4" y="155103"/>
            <a:ext cx="11379362" cy="921343"/>
          </a:xfrm>
        </p:spPr>
        <p:txBody>
          <a:bodyPr>
            <a:normAutofit/>
          </a:bodyPr>
          <a:lstStyle/>
          <a:p>
            <a:r>
              <a:rPr lang="es-MX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OBJETIVOS DE LA MACRO &amp; LIMITACIONES</a:t>
            </a:r>
            <a:endParaRPr lang="es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37023F-7A7C-0C38-AD93-09E4A8A27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494" y="1076446"/>
            <a:ext cx="11379361" cy="2210764"/>
          </a:xfrm>
        </p:spPr>
        <p:txBody>
          <a:bodyPr>
            <a:normAutofit fontScale="92500" lnSpcReduction="20000"/>
          </a:bodyPr>
          <a:lstStyle/>
          <a:p>
            <a:r>
              <a:rPr lang="es-MX" dirty="0"/>
              <a:t>El código escrito en VBA nombrado RDA GET RATES, posteriormente nombrado “La macro” es un programa herramienta en apoyo a los encargados de revisión de manifiesto en FEDEX.</a:t>
            </a:r>
          </a:p>
          <a:p>
            <a:r>
              <a:rPr lang="es-US" dirty="0"/>
              <a:t>La macro descarga 8 datos precisos del RDA utilizando únicamente un numero de seguimiento TRACKNUMBER, posteriormente llamado “AWB”.</a:t>
            </a:r>
          </a:p>
          <a:p>
            <a:r>
              <a:rPr lang="es-US" dirty="0"/>
              <a:t>Estos datos son: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2EE3DD3-8452-D052-978C-3E45BEC33106}"/>
              </a:ext>
            </a:extLst>
          </p:cNvPr>
          <p:cNvSpPr txBox="1"/>
          <p:nvPr/>
        </p:nvSpPr>
        <p:spPr>
          <a:xfrm>
            <a:off x="299494" y="3286577"/>
            <a:ext cx="1189250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DIV NB</a:t>
            </a:r>
            <a:r>
              <a:rPr lang="en-US" sz="2400" dirty="0"/>
              <a:t>: Divisa del </a:t>
            </a:r>
            <a:r>
              <a:rPr lang="en-US" sz="2400" dirty="0" err="1"/>
              <a:t>apartado</a:t>
            </a:r>
            <a:r>
              <a:rPr lang="en-US" sz="2400" dirty="0"/>
              <a:t> NON-BILLED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NB USD</a:t>
            </a:r>
            <a:r>
              <a:rPr lang="en-US" sz="2400" dirty="0"/>
              <a:t>: Monto </a:t>
            </a:r>
            <a:r>
              <a:rPr lang="en-US" sz="2400" dirty="0" err="1"/>
              <a:t>en</a:t>
            </a:r>
            <a:r>
              <a:rPr lang="en-US" sz="2400" dirty="0"/>
              <a:t> USD total del </a:t>
            </a:r>
            <a:r>
              <a:rPr lang="en-US" sz="2400" dirty="0" err="1"/>
              <a:t>apartado</a:t>
            </a:r>
            <a:r>
              <a:rPr lang="en-US" sz="2400" dirty="0"/>
              <a:t> NON-BILLED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DIV RATE</a:t>
            </a:r>
            <a:r>
              <a:rPr lang="en-US" sz="2400" dirty="0"/>
              <a:t>: Divisa del </a:t>
            </a:r>
            <a:r>
              <a:rPr lang="en-US" sz="2400" dirty="0" err="1"/>
              <a:t>apartado</a:t>
            </a:r>
            <a:r>
              <a:rPr lang="en-US" sz="2400" dirty="0"/>
              <a:t> USD RATING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RATE USD</a:t>
            </a:r>
            <a:r>
              <a:rPr lang="en-US" sz="2400" dirty="0"/>
              <a:t>: Monto </a:t>
            </a:r>
            <a:r>
              <a:rPr lang="en-US" sz="2400" dirty="0" err="1"/>
              <a:t>en</a:t>
            </a:r>
            <a:r>
              <a:rPr lang="en-US" sz="2400" dirty="0"/>
              <a:t> USD del total del </a:t>
            </a:r>
            <a:r>
              <a:rPr lang="en-US" sz="2400" dirty="0" err="1"/>
              <a:t>apartado</a:t>
            </a:r>
            <a:r>
              <a:rPr lang="en-US" sz="2400" dirty="0"/>
              <a:t> USD RATING	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DIV ITEM</a:t>
            </a:r>
            <a:r>
              <a:rPr lang="en-US" sz="2400" dirty="0"/>
              <a:t>: Divisa del REVENUE ITEM </a:t>
            </a:r>
            <a:r>
              <a:rPr lang="en-US" sz="2400" dirty="0" err="1"/>
              <a:t>seleccionado</a:t>
            </a: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IT DIV</a:t>
            </a:r>
            <a:r>
              <a:rPr lang="en-US" sz="2400" dirty="0"/>
              <a:t>: Monto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moneda</a:t>
            </a:r>
            <a:r>
              <a:rPr lang="en-US" sz="2400" dirty="0"/>
              <a:t> local del total del </a:t>
            </a:r>
            <a:r>
              <a:rPr lang="en-US" sz="2400" dirty="0" err="1"/>
              <a:t>apartado</a:t>
            </a:r>
            <a:r>
              <a:rPr lang="en-US" sz="2400" dirty="0"/>
              <a:t> REVENUE NET AMOUNT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REVITEM</a:t>
            </a:r>
            <a:r>
              <a:rPr lang="en-US" sz="2400" dirty="0"/>
              <a:t>: </a:t>
            </a:r>
            <a:r>
              <a:rPr lang="en-US" sz="2400" dirty="0" err="1"/>
              <a:t>Numero</a:t>
            </a:r>
            <a:r>
              <a:rPr lang="en-US" sz="2400" dirty="0"/>
              <a:t> de REVENUE ITEM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REVDT</a:t>
            </a:r>
            <a:r>
              <a:rPr lang="en-US" sz="2400" dirty="0"/>
              <a:t>: STAGE del REVENUE ITEM</a:t>
            </a:r>
          </a:p>
          <a:p>
            <a:endParaRPr lang="es-US" sz="2400" dirty="0"/>
          </a:p>
        </p:txBody>
      </p:sp>
    </p:spTree>
    <p:extLst>
      <p:ext uri="{BB962C8B-B14F-4D97-AF65-F5344CB8AC3E}">
        <p14:creationId xmlns:p14="http://schemas.microsoft.com/office/powerpoint/2010/main" val="3625943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68908-CB55-480B-2542-069D3FAEB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3C233-C46F-FB21-9547-553484492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4" y="155103"/>
            <a:ext cx="11379362" cy="921343"/>
          </a:xfrm>
        </p:spPr>
        <p:txBody>
          <a:bodyPr>
            <a:normAutofit/>
          </a:bodyPr>
          <a:lstStyle/>
          <a:p>
            <a:r>
              <a:rPr lang="es-MX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OBJETIVOS DE LA MACRO &amp; LIMITACIONES</a:t>
            </a:r>
            <a:endParaRPr lang="es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C7287B-B09E-37FB-9ECA-15E2EC877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494" y="1076445"/>
            <a:ext cx="11379361" cy="5382227"/>
          </a:xfrm>
        </p:spPr>
        <p:txBody>
          <a:bodyPr>
            <a:normAutofit fontScale="85000" lnSpcReduction="10000"/>
          </a:bodyPr>
          <a:lstStyle/>
          <a:p>
            <a:r>
              <a:rPr lang="es-MX" dirty="0"/>
              <a:t>El resultado que buscamos es el monto de FREIGHT (RDA) que es nuestro seguro para definir si FGC tiene la cantidad correcta en el momento de la consulta.</a:t>
            </a:r>
          </a:p>
          <a:p>
            <a:r>
              <a:rPr lang="es-MX" dirty="0"/>
              <a:t>Como limitación principal, la macro usa la cantidad de columnas en la tabla RATES y la yuxtaposición del AWB, siendo que un cambio de orden afectará negativamente a la macro, causando su incapacidad de funcionar y generar la información de manera correcta, se pide no modificar nada de la estructura de la tabla.</a:t>
            </a:r>
          </a:p>
          <a:p>
            <a:r>
              <a:rPr lang="es-MX" dirty="0"/>
              <a:t>Se pueden añadir el numero de filas que se requiera, eliminarlas e incluso borrar el formato. No se puede ni debe modificar las formulas de la columna FREIGHT (RDA), ORG – RDA y DIF UP.</a:t>
            </a:r>
          </a:p>
          <a:p>
            <a:r>
              <a:rPr lang="es-MX" dirty="0"/>
              <a:t>Se puede pero no se aconseja cambiar el nombre de las columnas, el nombre de dichas columnas no esta ligada a la macro y tampoco al proceso, caso contrario el nombre de la tabla y de la hoja, tienen que ser RATES y RATINGS respectivamente, se puede mover la hoja ya que su posición no interfiere con el proceso. </a:t>
            </a:r>
          </a:p>
          <a:p>
            <a:r>
              <a:rPr lang="es-MX" dirty="0"/>
              <a:t>Con la macro se busca homologar los reportes de FGC VS RDA, generando el mismo reporte e información para todas las Gateway, haciendo mas fácil el </a:t>
            </a:r>
            <a:r>
              <a:rPr lang="es-MX" dirty="0" err="1"/>
              <a:t>macro-analisis</a:t>
            </a:r>
            <a:r>
              <a:rPr lang="es-MX" dirty="0"/>
              <a:t> a nivel nacional.</a:t>
            </a:r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522653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4E51A-0661-F02F-0807-19C833428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6012A9-6229-248F-E55C-1F9413C0F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4" y="155103"/>
            <a:ext cx="11379362" cy="921343"/>
          </a:xfrm>
        </p:spPr>
        <p:txBody>
          <a:bodyPr>
            <a:normAutofit/>
          </a:bodyPr>
          <a:lstStyle/>
          <a:p>
            <a:r>
              <a:rPr lang="es-MX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OBJETIVOS DE LA MACRO &amp; LIMITACIONES</a:t>
            </a:r>
            <a:endParaRPr lang="es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A8223A-21E2-AEBF-39C7-7130A3D40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494" y="1076446"/>
            <a:ext cx="11379361" cy="1064870"/>
          </a:xfrm>
        </p:spPr>
        <p:txBody>
          <a:bodyPr>
            <a:normAutofit/>
          </a:bodyPr>
          <a:lstStyle/>
          <a:p>
            <a:r>
              <a:rPr lang="es-MX" dirty="0"/>
              <a:t>La formula del apartado FREIGHT (RDA), columna color azul de la pestaña RATINGS se calcula de la siguiente manera:</a:t>
            </a:r>
            <a:endParaRPr lang="es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AA06F02-D8DA-7EEC-0D7D-AB07A35739AC}"/>
              </a:ext>
            </a:extLst>
          </p:cNvPr>
          <p:cNvSpPr txBox="1"/>
          <p:nvPr/>
        </p:nvSpPr>
        <p:spPr>
          <a:xfrm>
            <a:off x="299494" y="2221707"/>
            <a:ext cx="11892506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/>
              <a:t>IT DIV debe tener una cantidad para asumir que el REVENUE ITEM del RDA no contenga error </a:t>
            </a:r>
            <a:r>
              <a:rPr lang="es-MX" sz="2000" dirty="0" err="1"/>
              <a:t>flags</a:t>
            </a:r>
            <a:r>
              <a:rPr lang="es-MX" sz="2000" dirty="0"/>
              <a:t>, de no existir, automáticamente se considera una </a:t>
            </a:r>
            <a:r>
              <a:rPr lang="es-MX" sz="2000" dirty="0">
                <a:solidFill>
                  <a:srgbClr val="FFFF00"/>
                </a:solidFill>
              </a:rPr>
              <a:t>AWB con error</a:t>
            </a:r>
            <a:r>
              <a:rPr lang="es-MX" sz="2000" dirty="0"/>
              <a:t>.</a:t>
            </a:r>
          </a:p>
          <a:p>
            <a:endParaRPr lang="es-MX" sz="2000" dirty="0"/>
          </a:p>
          <a:p>
            <a:r>
              <a:rPr lang="es-MX" sz="2000" dirty="0"/>
              <a:t>Si el DIV ITEM es USD entonces asumimos que el </a:t>
            </a:r>
            <a:r>
              <a:rPr lang="es-MX" sz="2000" dirty="0">
                <a:solidFill>
                  <a:srgbClr val="FFFF00"/>
                </a:solidFill>
              </a:rPr>
              <a:t>IT DIV es correcto </a:t>
            </a:r>
            <a:r>
              <a:rPr lang="es-MX" sz="2000" dirty="0"/>
              <a:t>y FREIGHT (RDA) nos carga este monto como final.</a:t>
            </a:r>
          </a:p>
          <a:p>
            <a:endParaRPr lang="es-MX" sz="2000" dirty="0"/>
          </a:p>
          <a:p>
            <a:r>
              <a:rPr lang="es-MX" sz="2000" dirty="0"/>
              <a:t>Si el DIV ITEM no es USD usamos el monto mas cercano al FGC posible </a:t>
            </a:r>
            <a:r>
              <a:rPr lang="es-MX" sz="2000" dirty="0">
                <a:solidFill>
                  <a:srgbClr val="FFFF00"/>
                </a:solidFill>
              </a:rPr>
              <a:t>entre RATE USD y NB USD</a:t>
            </a:r>
            <a:r>
              <a:rPr lang="es-MX" sz="2000" dirty="0"/>
              <a:t>, según estadísticas de FEDEX el 97.8% de las ocasiones RATE USD cuenta con el valor mas correcto posible.</a:t>
            </a:r>
          </a:p>
          <a:p>
            <a:endParaRPr lang="es-MX" sz="2000" dirty="0"/>
          </a:p>
          <a:p>
            <a:r>
              <a:rPr lang="es-MX" sz="2800" b="1" dirty="0">
                <a:solidFill>
                  <a:srgbClr val="FF0000"/>
                </a:solidFill>
              </a:rPr>
              <a:t>ATENCION</a:t>
            </a:r>
            <a:r>
              <a:rPr lang="es-MX" sz="2000" dirty="0">
                <a:solidFill>
                  <a:srgbClr val="FF0000"/>
                </a:solidFill>
              </a:rPr>
              <a:t>: CREAR LA MACRO </a:t>
            </a:r>
            <a:r>
              <a:rPr lang="es-MX" sz="2000" b="1" dirty="0">
                <a:solidFill>
                  <a:srgbClr val="FFC000"/>
                </a:solidFill>
              </a:rPr>
              <a:t>ELIMINA POR COMPLETO </a:t>
            </a:r>
            <a:r>
              <a:rPr lang="es-MX" sz="2000" dirty="0">
                <a:solidFill>
                  <a:srgbClr val="FF0000"/>
                </a:solidFill>
              </a:rPr>
              <a:t>TODAS LAS COLUMNAS A LA DERECHA DEL FREIGHT (RDA), ELIMINANDO SUS CONTENIDOS, RECUERDA GUARDAR TUS AVANCES ANTES DE CORRER LA MACRO OTRA VEZ.</a:t>
            </a:r>
            <a:endParaRPr lang="es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939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C38B8-671D-59A8-C03E-BA5F06326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C456B7-65E0-44D2-B5F8-3284A5AE9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4" y="155103"/>
            <a:ext cx="11379362" cy="921343"/>
          </a:xfrm>
        </p:spPr>
        <p:txBody>
          <a:bodyPr>
            <a:normAutofit/>
          </a:bodyPr>
          <a:lstStyle/>
          <a:p>
            <a:r>
              <a:rPr lang="es-MX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OBJETIVOS DE LA MACRO &amp; LIMITACIONES</a:t>
            </a:r>
            <a:endParaRPr lang="es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0DB480-CACB-53F6-042E-EF3B8B561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494" y="1076446"/>
            <a:ext cx="11379361" cy="5497974"/>
          </a:xfrm>
        </p:spPr>
        <p:txBody>
          <a:bodyPr>
            <a:normAutofit/>
          </a:bodyPr>
          <a:lstStyle/>
          <a:p>
            <a:r>
              <a:rPr lang="es-MX" dirty="0"/>
              <a:t>QUE NO HACE LA MACRO:</a:t>
            </a:r>
          </a:p>
          <a:p>
            <a:r>
              <a:rPr lang="es-MX" dirty="0"/>
              <a:t>No genera montos ni datos del RATE QUOTE</a:t>
            </a:r>
          </a:p>
          <a:p>
            <a:r>
              <a:rPr lang="es-MX" dirty="0"/>
              <a:t>No genera ni calcula tipos de cambio, es decir, no se calculan divisas ni conversiones de moneda</a:t>
            </a:r>
          </a:p>
          <a:p>
            <a:r>
              <a:rPr lang="es-MX" dirty="0"/>
              <a:t>No modifica información en RDA, solo consulta</a:t>
            </a:r>
          </a:p>
          <a:p>
            <a:r>
              <a:rPr lang="es-MX" dirty="0"/>
              <a:t>No interfiere con FGC</a:t>
            </a:r>
          </a:p>
          <a:p>
            <a:r>
              <a:rPr lang="es-MX" dirty="0"/>
              <a:t>No puede escoger una fecha de consulta, solo se consulta la hora y tiempo especifico de la solicitud</a:t>
            </a:r>
          </a:p>
          <a:p>
            <a:r>
              <a:rPr lang="es-MX" dirty="0"/>
              <a:t>No escoge un REVENUE ITEM en especial, se usan criterios definidos por MIDPC para escoger el que es, probablemente, el correcto. Siempre esta dispuesto a revisión por parte del equipo. </a:t>
            </a:r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3369242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3C2EF-DBAC-43B6-98DD-020E761DA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91" y="0"/>
            <a:ext cx="10515600" cy="945949"/>
          </a:xfrm>
        </p:spPr>
        <p:txBody>
          <a:bodyPr/>
          <a:lstStyle/>
          <a:p>
            <a:r>
              <a:rPr lang="es-MX" b="1" dirty="0">
                <a:solidFill>
                  <a:srgbClr val="FFC000"/>
                </a:solidFill>
              </a:rPr>
              <a:t>REQUERIMIENTOS</a:t>
            </a:r>
            <a:r>
              <a:rPr lang="es-MX" dirty="0">
                <a:solidFill>
                  <a:srgbClr val="FFC000"/>
                </a:solidFill>
              </a:rPr>
              <a:t> </a:t>
            </a:r>
            <a:r>
              <a:rPr lang="es-MX" b="1" dirty="0">
                <a:solidFill>
                  <a:srgbClr val="FFC000"/>
                </a:solidFill>
              </a:rPr>
              <a:t>&amp; PERMISOS</a:t>
            </a:r>
            <a:endParaRPr lang="es-US" b="1" dirty="0">
              <a:solidFill>
                <a:srgbClr val="FFC00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219EBE-FAB9-F0A7-CBB3-EBDA4B74E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511" y="945949"/>
            <a:ext cx="11407815" cy="5546926"/>
          </a:xfrm>
        </p:spPr>
        <p:txBody>
          <a:bodyPr>
            <a:normAutofit fontScale="85000" lnSpcReduction="20000"/>
          </a:bodyPr>
          <a:lstStyle/>
          <a:p>
            <a:r>
              <a:rPr lang="es-US" b="1" dirty="0"/>
              <a:t>Pasos para acceder al </a:t>
            </a:r>
            <a:r>
              <a:rPr lang="es-US" b="1" i="1" dirty="0"/>
              <a:t>Trust Center</a:t>
            </a:r>
            <a:r>
              <a:rPr lang="es-US" b="1" dirty="0"/>
              <a:t> (</a:t>
            </a:r>
            <a:r>
              <a:rPr lang="es-US" b="1" i="1" dirty="0"/>
              <a:t>Centro de confianza</a:t>
            </a:r>
            <a:r>
              <a:rPr lang="es-US" b="1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s-US" dirty="0"/>
              <a:t>En Excel, haz clic en </a:t>
            </a:r>
            <a:r>
              <a:rPr lang="es-US" b="1" dirty="0"/>
              <a:t>File</a:t>
            </a:r>
            <a:r>
              <a:rPr lang="es-US" dirty="0"/>
              <a:t> (</a:t>
            </a:r>
            <a:r>
              <a:rPr lang="es-US" i="1" dirty="0"/>
              <a:t>Archivo</a:t>
            </a:r>
            <a:r>
              <a:rPr lang="es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s-US" dirty="0"/>
              <a:t>En la parte inferior del panel izquierdo, selecciona </a:t>
            </a:r>
            <a:r>
              <a:rPr lang="es-US" b="1" dirty="0" err="1"/>
              <a:t>Options</a:t>
            </a:r>
            <a:r>
              <a:rPr lang="es-US" dirty="0"/>
              <a:t> (</a:t>
            </a:r>
            <a:r>
              <a:rPr lang="es-US" i="1" dirty="0"/>
              <a:t>Opciones</a:t>
            </a:r>
            <a:r>
              <a:rPr lang="es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s-US" dirty="0"/>
              <a:t>En la ventana que aparece, elige </a:t>
            </a:r>
            <a:r>
              <a:rPr lang="es-US" b="1" dirty="0"/>
              <a:t>Trust Center</a:t>
            </a:r>
            <a:r>
              <a:rPr lang="es-US" dirty="0"/>
              <a:t> (</a:t>
            </a:r>
            <a:r>
              <a:rPr lang="es-US" i="1" dirty="0"/>
              <a:t>Centro de confianza</a:t>
            </a:r>
            <a:r>
              <a:rPr lang="es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s-US" dirty="0"/>
              <a:t>Haz clic en </a:t>
            </a:r>
            <a:r>
              <a:rPr lang="es-US" b="1" dirty="0"/>
              <a:t>Trust Center </a:t>
            </a:r>
            <a:r>
              <a:rPr lang="es-US" b="1" dirty="0" err="1"/>
              <a:t>Settings</a:t>
            </a:r>
            <a:r>
              <a:rPr lang="es-US" b="1" dirty="0"/>
              <a:t>…</a:t>
            </a:r>
            <a:r>
              <a:rPr lang="es-US" dirty="0"/>
              <a:t> (</a:t>
            </a:r>
            <a:r>
              <a:rPr lang="es-US" i="1" dirty="0"/>
              <a:t>Configuración del Centro de confianza</a:t>
            </a:r>
            <a:r>
              <a:rPr lang="es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s-US" dirty="0"/>
              <a:t>En el panel izquierdo, selecciona </a:t>
            </a:r>
            <a:r>
              <a:rPr lang="es-US" b="1" dirty="0"/>
              <a:t>Macro </a:t>
            </a:r>
            <a:r>
              <a:rPr lang="es-US" b="1" dirty="0" err="1"/>
              <a:t>Settings</a:t>
            </a:r>
            <a:r>
              <a:rPr lang="es-US" dirty="0"/>
              <a:t> (</a:t>
            </a:r>
            <a:r>
              <a:rPr lang="es-US" i="1" dirty="0"/>
              <a:t>Configuración de macros</a:t>
            </a:r>
            <a:r>
              <a:rPr lang="es-US" dirty="0"/>
              <a:t>).</a:t>
            </a:r>
          </a:p>
          <a:p>
            <a:pPr marL="0" indent="0">
              <a:buNone/>
            </a:pPr>
            <a:endParaRPr lang="es-US" dirty="0"/>
          </a:p>
          <a:p>
            <a:r>
              <a:rPr lang="es-US" b="1" dirty="0"/>
              <a:t>Opciones de configuración de macros</a:t>
            </a:r>
          </a:p>
          <a:p>
            <a:pPr marL="0" indent="0">
              <a:buNone/>
            </a:pPr>
            <a:r>
              <a:rPr lang="es-US" dirty="0"/>
              <a:t>Estas opciones controlan si Excel ejecuta o no macros, y cómo alerta al usuario.</a:t>
            </a:r>
          </a:p>
          <a:p>
            <a:pPr marL="514350" indent="-514350">
              <a:buFont typeface="+mj-lt"/>
              <a:buAutoNum type="arabicPeriod"/>
            </a:pPr>
            <a:r>
              <a:rPr lang="es-US" dirty="0" err="1"/>
              <a:t>Disable</a:t>
            </a:r>
            <a:r>
              <a:rPr lang="es-US" dirty="0"/>
              <a:t> </a:t>
            </a:r>
            <a:r>
              <a:rPr lang="es-US" dirty="0" err="1"/>
              <a:t>all</a:t>
            </a:r>
            <a:r>
              <a:rPr lang="es-US" dirty="0"/>
              <a:t> macros </a:t>
            </a:r>
            <a:r>
              <a:rPr lang="es-US" dirty="0" err="1"/>
              <a:t>without</a:t>
            </a:r>
            <a:r>
              <a:rPr lang="es-US" dirty="0"/>
              <a:t> </a:t>
            </a:r>
            <a:r>
              <a:rPr lang="es-US" dirty="0" err="1"/>
              <a:t>notification</a:t>
            </a:r>
            <a:r>
              <a:rPr lang="es-US" dirty="0"/>
              <a:t> (Deshabilitar todas las macros sin aviso)</a:t>
            </a:r>
          </a:p>
          <a:p>
            <a:pPr marL="514350" indent="-514350">
              <a:buFont typeface="+mj-lt"/>
              <a:buAutoNum type="arabicPeriod"/>
            </a:pPr>
            <a:r>
              <a:rPr lang="es-US" dirty="0" err="1"/>
              <a:t>Disable</a:t>
            </a:r>
            <a:r>
              <a:rPr lang="es-US" dirty="0"/>
              <a:t> </a:t>
            </a:r>
            <a:r>
              <a:rPr lang="es-US" dirty="0" err="1"/>
              <a:t>all</a:t>
            </a:r>
            <a:r>
              <a:rPr lang="es-US" dirty="0"/>
              <a:t> macros </a:t>
            </a:r>
            <a:r>
              <a:rPr lang="es-US" dirty="0" err="1"/>
              <a:t>with</a:t>
            </a:r>
            <a:r>
              <a:rPr lang="es-US" dirty="0"/>
              <a:t> </a:t>
            </a:r>
            <a:r>
              <a:rPr lang="es-US" dirty="0" err="1"/>
              <a:t>notification</a:t>
            </a:r>
            <a:r>
              <a:rPr lang="es-US" dirty="0"/>
              <a:t> (recomendado) (Deshabilitar todas las macros con notificación)</a:t>
            </a:r>
          </a:p>
          <a:p>
            <a:pPr marL="514350" indent="-514350">
              <a:buFont typeface="+mj-lt"/>
              <a:buAutoNum type="arabicPeriod"/>
            </a:pPr>
            <a:r>
              <a:rPr lang="es-US" dirty="0" err="1"/>
              <a:t>Disable</a:t>
            </a:r>
            <a:r>
              <a:rPr lang="es-US" dirty="0"/>
              <a:t> </a:t>
            </a:r>
            <a:r>
              <a:rPr lang="es-US" dirty="0" err="1"/>
              <a:t>all</a:t>
            </a:r>
            <a:r>
              <a:rPr lang="es-US" dirty="0"/>
              <a:t> macros </a:t>
            </a:r>
            <a:r>
              <a:rPr lang="es-US" dirty="0" err="1"/>
              <a:t>except</a:t>
            </a:r>
            <a:r>
              <a:rPr lang="es-US" dirty="0"/>
              <a:t> </a:t>
            </a:r>
            <a:r>
              <a:rPr lang="es-US" dirty="0" err="1"/>
              <a:t>digitally</a:t>
            </a:r>
            <a:r>
              <a:rPr lang="es-US" dirty="0"/>
              <a:t> </a:t>
            </a:r>
            <a:r>
              <a:rPr lang="es-US" dirty="0" err="1"/>
              <a:t>signed</a:t>
            </a:r>
            <a:r>
              <a:rPr lang="es-US" dirty="0"/>
              <a:t> macros (Deshabilitar todas las macros excepto las firmadas digitalmente)</a:t>
            </a:r>
          </a:p>
          <a:p>
            <a:pPr marL="514350" indent="-514350">
              <a:buFont typeface="+mj-lt"/>
              <a:buAutoNum type="arabicPeriod"/>
            </a:pPr>
            <a:r>
              <a:rPr lang="es-US" dirty="0" err="1"/>
              <a:t>Enable</a:t>
            </a:r>
            <a:r>
              <a:rPr lang="es-US" dirty="0"/>
              <a:t> </a:t>
            </a:r>
            <a:r>
              <a:rPr lang="es-US" dirty="0" err="1"/>
              <a:t>all</a:t>
            </a:r>
            <a:r>
              <a:rPr lang="es-US" dirty="0"/>
              <a:t> macros (no recomendado) (Habilitar todas las macros)</a:t>
            </a:r>
          </a:p>
        </p:txBody>
      </p:sp>
    </p:spTree>
    <p:extLst>
      <p:ext uri="{BB962C8B-B14F-4D97-AF65-F5344CB8AC3E}">
        <p14:creationId xmlns:p14="http://schemas.microsoft.com/office/powerpoint/2010/main" val="1319427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860B6-A964-6CB6-4AA7-6E98E1FF3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C1D0C-B68B-BD16-D31B-886D57953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91" y="0"/>
            <a:ext cx="10515600" cy="945949"/>
          </a:xfrm>
        </p:spPr>
        <p:txBody>
          <a:bodyPr/>
          <a:lstStyle/>
          <a:p>
            <a:r>
              <a:rPr lang="es-MX" b="1" dirty="0">
                <a:solidFill>
                  <a:srgbClr val="FFC000"/>
                </a:solidFill>
              </a:rPr>
              <a:t>REQUERIMIENTOS</a:t>
            </a:r>
            <a:r>
              <a:rPr lang="es-MX" dirty="0">
                <a:solidFill>
                  <a:srgbClr val="FFC000"/>
                </a:solidFill>
              </a:rPr>
              <a:t> </a:t>
            </a:r>
            <a:r>
              <a:rPr lang="es-MX" b="1" dirty="0">
                <a:solidFill>
                  <a:srgbClr val="FFC000"/>
                </a:solidFill>
              </a:rPr>
              <a:t>&amp; PERMISOS</a:t>
            </a:r>
            <a:endParaRPr lang="es-US" b="1" dirty="0">
              <a:solidFill>
                <a:srgbClr val="FFC00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B2BA25-453A-D039-53B8-7AF1291E5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511" y="945949"/>
            <a:ext cx="11407815" cy="55469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Agregar la </a:t>
            </a:r>
            <a:r>
              <a:rPr lang="es-MX" dirty="0" err="1"/>
              <a:t>carpete</a:t>
            </a:r>
            <a:r>
              <a:rPr lang="es-MX" dirty="0"/>
              <a:t> (Y SUBCARPETAS) a las ubicaciones de confianza, esto permite que las macros se ejecuten y guarden archivos.</a:t>
            </a:r>
            <a:endParaRPr lang="es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DB2C5C9-0144-2307-14DE-758103B3F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63" y="1898763"/>
            <a:ext cx="5991484" cy="482158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C3F9286-410C-9909-B68B-CB8CC3872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106" y="2456684"/>
            <a:ext cx="5287113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249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1C25C-BF47-C9A8-E4DE-0CC74A544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588643-8A42-7392-61E4-F262AB6C8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91" y="0"/>
            <a:ext cx="10515600" cy="945949"/>
          </a:xfrm>
        </p:spPr>
        <p:txBody>
          <a:bodyPr/>
          <a:lstStyle/>
          <a:p>
            <a:r>
              <a:rPr lang="es-MX" b="1" dirty="0">
                <a:solidFill>
                  <a:srgbClr val="FFC000"/>
                </a:solidFill>
              </a:rPr>
              <a:t>REQUERIMIENTOS</a:t>
            </a:r>
            <a:r>
              <a:rPr lang="es-MX" dirty="0">
                <a:solidFill>
                  <a:srgbClr val="FFC000"/>
                </a:solidFill>
              </a:rPr>
              <a:t> </a:t>
            </a:r>
            <a:r>
              <a:rPr lang="es-MX" b="1" dirty="0">
                <a:solidFill>
                  <a:srgbClr val="FFC000"/>
                </a:solidFill>
              </a:rPr>
              <a:t>&amp; PERMISOS</a:t>
            </a:r>
            <a:endParaRPr lang="es-US" b="1" dirty="0">
              <a:solidFill>
                <a:srgbClr val="FFC00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EF871D-36C9-0521-444A-BE4D72F03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511" y="945949"/>
            <a:ext cx="11407815" cy="55469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Permitir documentos de RED</a:t>
            </a:r>
            <a:endParaRPr lang="es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E817034-CB09-D017-E5FA-18A3CA1D1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08" y="2274045"/>
            <a:ext cx="9793067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73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AA038-5C02-6FD7-25AC-4A36E9BE0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BC87D7-CEA6-D4A7-E4B9-2A0179E47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91" y="0"/>
            <a:ext cx="10515600" cy="945949"/>
          </a:xfrm>
        </p:spPr>
        <p:txBody>
          <a:bodyPr/>
          <a:lstStyle/>
          <a:p>
            <a:r>
              <a:rPr lang="es-MX" b="1" dirty="0">
                <a:solidFill>
                  <a:srgbClr val="FFC000"/>
                </a:solidFill>
              </a:rPr>
              <a:t>REQUERIMIENTOS</a:t>
            </a:r>
            <a:r>
              <a:rPr lang="es-MX" dirty="0">
                <a:solidFill>
                  <a:srgbClr val="FFC000"/>
                </a:solidFill>
              </a:rPr>
              <a:t> </a:t>
            </a:r>
            <a:r>
              <a:rPr lang="es-MX" b="1" dirty="0">
                <a:solidFill>
                  <a:srgbClr val="FFC000"/>
                </a:solidFill>
              </a:rPr>
              <a:t>&amp; PERMISOS</a:t>
            </a:r>
            <a:endParaRPr lang="es-US" b="1" dirty="0">
              <a:solidFill>
                <a:srgbClr val="FFC00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DF57FE-634D-7769-05DA-0EA6FF03C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511" y="945949"/>
            <a:ext cx="11407815" cy="55469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PERMITIR CONTROLES ACTIVEX</a:t>
            </a:r>
            <a:endParaRPr lang="es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BFA149A-424B-78D5-6164-D3AC5137E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519" y="2332163"/>
            <a:ext cx="9754961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278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B0897-E865-B777-6E72-BF49B0F2B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E5C829-3803-BFD8-9BA3-88D318481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91" y="0"/>
            <a:ext cx="10515600" cy="945949"/>
          </a:xfrm>
        </p:spPr>
        <p:txBody>
          <a:bodyPr/>
          <a:lstStyle/>
          <a:p>
            <a:r>
              <a:rPr lang="es-MX" b="1" dirty="0">
                <a:solidFill>
                  <a:srgbClr val="FFC000"/>
                </a:solidFill>
              </a:rPr>
              <a:t>REQUERIMIENTOS</a:t>
            </a:r>
            <a:r>
              <a:rPr lang="es-MX" dirty="0">
                <a:solidFill>
                  <a:srgbClr val="FFC000"/>
                </a:solidFill>
              </a:rPr>
              <a:t> </a:t>
            </a:r>
            <a:r>
              <a:rPr lang="es-MX" b="1" dirty="0">
                <a:solidFill>
                  <a:srgbClr val="FFC000"/>
                </a:solidFill>
              </a:rPr>
              <a:t>&amp; PERMISOS</a:t>
            </a:r>
            <a:endParaRPr lang="es-US" b="1" dirty="0">
              <a:solidFill>
                <a:srgbClr val="FFC00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F42DE0-5493-B31D-79AD-2D3F52F58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511" y="945949"/>
            <a:ext cx="11407815" cy="55469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US" dirty="0"/>
              <a:t>Habilitar todas las macros:</a:t>
            </a:r>
          </a:p>
          <a:p>
            <a:pPr marL="514350" indent="-514350">
              <a:buFont typeface="+mj-lt"/>
              <a:buAutoNum type="arabicPeriod"/>
            </a:pPr>
            <a:endParaRPr lang="es-US" dirty="0"/>
          </a:p>
          <a:p>
            <a:pPr marL="0" indent="0">
              <a:buNone/>
            </a:pPr>
            <a:endParaRPr lang="es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B9FEEFD-9B08-AC19-8D75-4815DC796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530" y="2311098"/>
            <a:ext cx="9754961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19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6F607-E034-E5D2-590E-D1FA3FBF2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8E293A-5E5A-B1E1-1316-1748CCFB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91" y="0"/>
            <a:ext cx="10515600" cy="945949"/>
          </a:xfrm>
        </p:spPr>
        <p:txBody>
          <a:bodyPr/>
          <a:lstStyle/>
          <a:p>
            <a:r>
              <a:rPr lang="es-MX" b="1" dirty="0">
                <a:solidFill>
                  <a:srgbClr val="FFC000"/>
                </a:solidFill>
              </a:rPr>
              <a:t>REQUERIMIENTOS</a:t>
            </a:r>
            <a:r>
              <a:rPr lang="es-MX" dirty="0">
                <a:solidFill>
                  <a:srgbClr val="FFC000"/>
                </a:solidFill>
              </a:rPr>
              <a:t> </a:t>
            </a:r>
            <a:r>
              <a:rPr lang="es-MX" b="1" dirty="0">
                <a:solidFill>
                  <a:srgbClr val="FFC000"/>
                </a:solidFill>
              </a:rPr>
              <a:t>&amp; PERMISOS</a:t>
            </a:r>
            <a:endParaRPr lang="es-US" b="1" dirty="0">
              <a:solidFill>
                <a:srgbClr val="FFC00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B255D9-9B05-1212-0456-F177C651A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511" y="945949"/>
            <a:ext cx="11407815" cy="55469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US" dirty="0"/>
              <a:t>DESHABILITAR TODAS LAS VISTAS PROTEGIDAS</a:t>
            </a:r>
          </a:p>
          <a:p>
            <a:pPr marL="514350" indent="-514350">
              <a:buFont typeface="+mj-lt"/>
              <a:buAutoNum type="arabicPeriod"/>
            </a:pPr>
            <a:endParaRPr lang="es-US" dirty="0"/>
          </a:p>
          <a:p>
            <a:pPr marL="0" indent="0">
              <a:buNone/>
            </a:pPr>
            <a:endParaRPr lang="es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55C9C70-D8A2-76FC-A72C-6C0BD9414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9577"/>
            <a:ext cx="12192000" cy="345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622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59BB1-E647-669F-EBB6-14DA81478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FE63F-1E2F-85AD-0D4D-43AB25386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91" y="0"/>
            <a:ext cx="10515600" cy="945949"/>
          </a:xfrm>
        </p:spPr>
        <p:txBody>
          <a:bodyPr/>
          <a:lstStyle/>
          <a:p>
            <a:r>
              <a:rPr lang="es-MX" b="1" dirty="0">
                <a:solidFill>
                  <a:srgbClr val="FFC000"/>
                </a:solidFill>
              </a:rPr>
              <a:t>REQUERIMIENTOS</a:t>
            </a:r>
            <a:r>
              <a:rPr lang="es-MX" dirty="0">
                <a:solidFill>
                  <a:srgbClr val="FFC000"/>
                </a:solidFill>
              </a:rPr>
              <a:t> </a:t>
            </a:r>
            <a:r>
              <a:rPr lang="es-MX" b="1" dirty="0">
                <a:solidFill>
                  <a:srgbClr val="FFC000"/>
                </a:solidFill>
              </a:rPr>
              <a:t>&amp; PERMISOS</a:t>
            </a:r>
            <a:endParaRPr lang="es-US" b="1" dirty="0">
              <a:solidFill>
                <a:srgbClr val="FFC00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6D673A-AA73-6B54-2C51-F206A7A10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511" y="945949"/>
            <a:ext cx="11407815" cy="55469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US" dirty="0"/>
              <a:t>HABILITAR TODO EL CONTENIDO EXTERNO</a:t>
            </a:r>
          </a:p>
          <a:p>
            <a:pPr marL="514350" indent="-514350">
              <a:buFont typeface="+mj-lt"/>
              <a:buAutoNum type="arabicPeriod"/>
            </a:pPr>
            <a:endParaRPr lang="es-US" dirty="0"/>
          </a:p>
          <a:p>
            <a:pPr marL="0" indent="0">
              <a:buNone/>
            </a:pPr>
            <a:endParaRPr lang="es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E1D0711-04D2-B6B7-7250-2CB62B43E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80" y="1667065"/>
            <a:ext cx="8903021" cy="505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253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4A410-E961-841F-AA18-437B27B82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EE67A0-BAF2-042C-0A85-D3A4DAB82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91" y="0"/>
            <a:ext cx="10515600" cy="945949"/>
          </a:xfrm>
        </p:spPr>
        <p:txBody>
          <a:bodyPr/>
          <a:lstStyle/>
          <a:p>
            <a:r>
              <a:rPr lang="es-MX" b="1" dirty="0">
                <a:solidFill>
                  <a:srgbClr val="FFC000"/>
                </a:solidFill>
              </a:rPr>
              <a:t>REQUERIMIENTOS</a:t>
            </a:r>
            <a:r>
              <a:rPr lang="es-MX" dirty="0">
                <a:solidFill>
                  <a:srgbClr val="FFC000"/>
                </a:solidFill>
              </a:rPr>
              <a:t> </a:t>
            </a:r>
            <a:r>
              <a:rPr lang="es-MX" b="1" dirty="0">
                <a:solidFill>
                  <a:srgbClr val="FFC000"/>
                </a:solidFill>
              </a:rPr>
              <a:t>&amp; PERMISOS</a:t>
            </a:r>
            <a:endParaRPr lang="es-US" b="1" dirty="0">
              <a:solidFill>
                <a:srgbClr val="FFC00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743CDD-0E5F-4ADE-8795-415CA6FF5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511" y="945949"/>
            <a:ext cx="11407815" cy="55469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US" dirty="0"/>
              <a:t>Permitir el abrir y editar archivos</a:t>
            </a:r>
          </a:p>
          <a:p>
            <a:pPr marL="514350" indent="-514350">
              <a:buFont typeface="+mj-lt"/>
              <a:buAutoNum type="arabicPeriod"/>
            </a:pPr>
            <a:endParaRPr lang="es-US" dirty="0"/>
          </a:p>
          <a:p>
            <a:pPr marL="0" indent="0">
              <a:buNone/>
            </a:pPr>
            <a:endParaRPr lang="es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313D851-E42E-E985-53A6-C40F880C4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393" y="1583291"/>
            <a:ext cx="8721213" cy="462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489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C6537-BE74-CF58-6323-A0675EAD8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FE0D2-DC00-7FF7-745F-CCC67881E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91" y="0"/>
            <a:ext cx="10515600" cy="945949"/>
          </a:xfrm>
        </p:spPr>
        <p:txBody>
          <a:bodyPr/>
          <a:lstStyle/>
          <a:p>
            <a:r>
              <a:rPr lang="es-MX" b="1" dirty="0">
                <a:solidFill>
                  <a:srgbClr val="FFC000"/>
                </a:solidFill>
              </a:rPr>
              <a:t>REQUERIMIENTOS</a:t>
            </a:r>
            <a:r>
              <a:rPr lang="es-MX" dirty="0">
                <a:solidFill>
                  <a:srgbClr val="FFC000"/>
                </a:solidFill>
              </a:rPr>
              <a:t> </a:t>
            </a:r>
            <a:r>
              <a:rPr lang="es-MX" b="1" dirty="0">
                <a:solidFill>
                  <a:srgbClr val="FFC000"/>
                </a:solidFill>
              </a:rPr>
              <a:t>&amp; PERMISOS</a:t>
            </a:r>
            <a:endParaRPr lang="es-US" b="1" dirty="0">
              <a:solidFill>
                <a:srgbClr val="FFC00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EDA22B-C5E6-E5B6-C034-05EC3844D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511" y="945949"/>
            <a:ext cx="11407815" cy="55469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US" dirty="0"/>
              <a:t>PERMITIR RPC Y HTTP</a:t>
            </a:r>
          </a:p>
          <a:p>
            <a:pPr marL="514350" indent="-514350">
              <a:buFont typeface="+mj-lt"/>
              <a:buAutoNum type="arabicPeriod"/>
            </a:pPr>
            <a:endParaRPr lang="es-US" dirty="0"/>
          </a:p>
          <a:p>
            <a:pPr marL="0" indent="0">
              <a:buNone/>
            </a:pPr>
            <a:endParaRPr lang="es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EBD507C-A2BA-EA41-B826-956E06A02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60" y="1462646"/>
            <a:ext cx="11136279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706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0AEBA-72EE-3584-3AED-33A11A3CA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573741-BEBC-151D-517E-29008FB9F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91" y="0"/>
            <a:ext cx="10515600" cy="945949"/>
          </a:xfrm>
        </p:spPr>
        <p:txBody>
          <a:bodyPr/>
          <a:lstStyle/>
          <a:p>
            <a:r>
              <a:rPr lang="es-MX" b="1" dirty="0">
                <a:solidFill>
                  <a:srgbClr val="FFC000"/>
                </a:solidFill>
              </a:rPr>
              <a:t>REQUERIMIENTOS</a:t>
            </a:r>
            <a:r>
              <a:rPr lang="es-MX" dirty="0">
                <a:solidFill>
                  <a:srgbClr val="FFC000"/>
                </a:solidFill>
              </a:rPr>
              <a:t> </a:t>
            </a:r>
            <a:r>
              <a:rPr lang="es-MX" b="1" dirty="0">
                <a:solidFill>
                  <a:srgbClr val="FFC000"/>
                </a:solidFill>
              </a:rPr>
              <a:t>&amp; PERMISOS</a:t>
            </a:r>
            <a:endParaRPr lang="es-US" b="1" dirty="0">
              <a:solidFill>
                <a:srgbClr val="FFC00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252788-DC2E-2567-74B6-0EB113BAC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511" y="945949"/>
            <a:ext cx="11407815" cy="5546926"/>
          </a:xfrm>
        </p:spPr>
        <p:txBody>
          <a:bodyPr/>
          <a:lstStyle/>
          <a:p>
            <a:r>
              <a:rPr lang="es-MX" dirty="0"/>
              <a:t>El usuario debe tener un conocimiento básico de Excel para poder identificar errores y situaciones inesperadas, posteriormente llamadas “Bug”, las cuales deben ser reportadas al representante del proyecto.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dirty="0"/>
              <a:t>Un acceso completo al sistema RDA, se utilizan los programas: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rgbClr val="FFC000"/>
                </a:solidFill>
              </a:rPr>
              <a:t>srs_revenuedataaccess_rda_basic_app274</a:t>
            </a:r>
          </a:p>
          <a:p>
            <a:pPr marL="514350" indent="-514350">
              <a:buFont typeface="+mj-lt"/>
              <a:buAutoNum type="arabicPeriod"/>
            </a:pPr>
            <a:r>
              <a:rPr lang="es-US" b="1" dirty="0">
                <a:solidFill>
                  <a:srgbClr val="FFC000"/>
                </a:solidFill>
              </a:rPr>
              <a:t>srs_revenuedataaccess_rda_ccuser_app274</a:t>
            </a:r>
          </a:p>
          <a:p>
            <a:pPr marL="514350" indent="-514350">
              <a:buFont typeface="+mj-lt"/>
              <a:buAutoNum type="arabicPeriod"/>
            </a:pPr>
            <a:endParaRPr lang="es-US" b="1" dirty="0"/>
          </a:p>
          <a:p>
            <a:pPr marL="0" indent="0">
              <a:buNone/>
            </a:pPr>
            <a:r>
              <a:rPr lang="es-MX" dirty="0"/>
              <a:t>Un </a:t>
            </a:r>
            <a:r>
              <a:rPr lang="es-MX" b="1" dirty="0">
                <a:solidFill>
                  <a:srgbClr val="FFFF00"/>
                </a:solidFill>
              </a:rPr>
              <a:t>ACCESS TOKEN</a:t>
            </a:r>
            <a:r>
              <a:rPr lang="es-MX" dirty="0"/>
              <a:t>, posteriormente llamado “TOKEN” generado a </a:t>
            </a:r>
            <a:r>
              <a:rPr lang="es-MX" dirty="0" err="1"/>
              <a:t>travez</a:t>
            </a:r>
            <a:r>
              <a:rPr lang="es-MX" dirty="0"/>
              <a:t> del sistema Aut2.0 de OKTA, por lo que se requiere un acceso completo a OKTA AUTH SYSTEM</a:t>
            </a:r>
          </a:p>
          <a:p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1914405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1E99C7-8C70-0FB5-7AD8-CA74EE427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361" y="0"/>
            <a:ext cx="10515600" cy="1325563"/>
          </a:xfrm>
        </p:spPr>
        <p:txBody>
          <a:bodyPr/>
          <a:lstStyle/>
          <a:p>
            <a:r>
              <a:rPr lang="es-MX" b="1" dirty="0">
                <a:solidFill>
                  <a:srgbClr val="00B0F0"/>
                </a:solidFill>
              </a:rPr>
              <a:t>ACCESS TOKEN</a:t>
            </a:r>
            <a:endParaRPr lang="es-US" b="1" dirty="0">
              <a:solidFill>
                <a:srgbClr val="00B0F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D878CC-1F36-1EFE-8727-7467BA3F3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361" y="1489958"/>
            <a:ext cx="11511987" cy="5211783"/>
          </a:xfrm>
        </p:spPr>
        <p:txBody>
          <a:bodyPr/>
          <a:lstStyle/>
          <a:p>
            <a:r>
              <a:rPr lang="es-MX" dirty="0"/>
              <a:t>Un token es un STRING (Cadena de texto), generada a través del sistema OKTA para el uso de un usuario  autorizado para hacer HTTP CALLINGS al sistema y generar la información.</a:t>
            </a:r>
          </a:p>
          <a:p>
            <a:r>
              <a:rPr lang="es-MX" dirty="0"/>
              <a:t>Este token se encuentra en 2 lugares:</a:t>
            </a:r>
          </a:p>
          <a:p>
            <a:pPr marL="0" indent="0">
              <a:buNone/>
            </a:pPr>
            <a:endParaRPr lang="es-MX" dirty="0"/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Al apretar el botón “SEARCH” en RDA uno de los HEADERS de la llamada HTTP </a:t>
            </a:r>
            <a:r>
              <a:rPr lang="es-US" dirty="0" err="1"/>
              <a:t>getRevItemByTrk</a:t>
            </a:r>
            <a:r>
              <a:rPr lang="es-MX" dirty="0"/>
              <a:t> con </a:t>
            </a:r>
            <a:r>
              <a:rPr lang="es-MX" dirty="0" err="1"/>
              <a:t>key</a:t>
            </a:r>
            <a:r>
              <a:rPr lang="es-MX" dirty="0"/>
              <a:t> “AUTHORIZATION”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Al caducar un token se genera una llamada http con nombre “Token”, en el </a:t>
            </a:r>
            <a:r>
              <a:rPr lang="es-MX" dirty="0" err="1"/>
              <a:t>json</a:t>
            </a:r>
            <a:r>
              <a:rPr lang="es-MX" dirty="0"/>
              <a:t> response de la llamada se encuentra con el </a:t>
            </a:r>
            <a:r>
              <a:rPr lang="es-MX" dirty="0" err="1"/>
              <a:t>key</a:t>
            </a:r>
            <a:r>
              <a:rPr lang="es-MX" dirty="0"/>
              <a:t> “ACCESS TOKEN”.</a:t>
            </a:r>
          </a:p>
          <a:p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913272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69B10-D408-20CD-6D14-B33761837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rgbClr val="00B0F0"/>
                </a:solidFill>
              </a:rPr>
              <a:t>TOKEN: METODO 1 - HEADERS</a:t>
            </a:r>
            <a:endParaRPr lang="es-US" b="1" dirty="0">
              <a:solidFill>
                <a:srgbClr val="00B0F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DF8484-320A-9329-2C31-B6B9C7597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614" y="1489959"/>
            <a:ext cx="11909385" cy="5002916"/>
          </a:xfrm>
        </p:spPr>
        <p:txBody>
          <a:bodyPr/>
          <a:lstStyle/>
          <a:p>
            <a:r>
              <a:rPr lang="es-MX" dirty="0"/>
              <a:t>En resumen, un </a:t>
            </a:r>
            <a:r>
              <a:rPr lang="es-MX" dirty="0" err="1"/>
              <a:t>header</a:t>
            </a:r>
            <a:r>
              <a:rPr lang="es-MX" dirty="0"/>
              <a:t> es un titulo extra para las solicitudes de los usuarios a un servidor, en ellas se agregan datos como llaves de permiso, tipo de información que se solicita, de donde se </a:t>
            </a:r>
            <a:r>
              <a:rPr lang="es-MX" dirty="0" err="1"/>
              <a:t>envia</a:t>
            </a:r>
            <a:r>
              <a:rPr lang="es-MX" dirty="0"/>
              <a:t> etc. </a:t>
            </a:r>
          </a:p>
          <a:p>
            <a:r>
              <a:rPr lang="es-MX" dirty="0"/>
              <a:t>Para nuestro uso, al buscar un AWB dentro de RDA, al apretar el botón “SEARCH” la pagina web manda una solicitud para buscar un AWB, incluyendo en esta solicitud un </a:t>
            </a:r>
            <a:r>
              <a:rPr lang="es-MX" dirty="0" err="1"/>
              <a:t>header</a:t>
            </a:r>
            <a:r>
              <a:rPr lang="es-MX" dirty="0"/>
              <a:t> denominado “</a:t>
            </a:r>
            <a:r>
              <a:rPr lang="es-US" dirty="0" err="1"/>
              <a:t>authorization</a:t>
            </a:r>
            <a:r>
              <a:rPr lang="es-US" dirty="0"/>
              <a:t>” el cual conlleva el token antecedido por “</a:t>
            </a:r>
            <a:r>
              <a:rPr lang="es-US" dirty="0" err="1"/>
              <a:t>Bearer</a:t>
            </a:r>
            <a:r>
              <a:rPr lang="es-US" dirty="0"/>
              <a:t>”.</a:t>
            </a:r>
          </a:p>
          <a:p>
            <a:pPr marL="0" indent="0">
              <a:buNone/>
            </a:pPr>
            <a:endParaRPr lang="es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D1E668E-7759-BAAB-8F77-FF6585F81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591" y="4620477"/>
            <a:ext cx="9155475" cy="187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076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B69A8-8C63-8506-4AD7-C35E986CE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148324-FF92-1183-95F1-E69AABCFC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5706"/>
            <a:ext cx="5522707" cy="752354"/>
          </a:xfrm>
        </p:spPr>
        <p:txBody>
          <a:bodyPr>
            <a:noAutofit/>
          </a:bodyPr>
          <a:lstStyle/>
          <a:p>
            <a:pPr algn="ctr"/>
            <a:r>
              <a:rPr lang="es-MX" sz="2800" b="1" dirty="0">
                <a:solidFill>
                  <a:srgbClr val="00B0F0"/>
                </a:solidFill>
              </a:rPr>
              <a:t>TOKEN: METODO 1 - HEADERS</a:t>
            </a:r>
            <a:endParaRPr lang="es-US" sz="2800" b="1" dirty="0">
              <a:solidFill>
                <a:srgbClr val="00B0F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D001D9-EC42-0549-F8EC-70CAFB2D4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2707" y="92597"/>
            <a:ext cx="6669293" cy="42147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sz="1800" dirty="0"/>
              <a:t>Para poder obtener este TOKEN se requieren los siguientes pasos:</a:t>
            </a:r>
          </a:p>
          <a:p>
            <a:pPr marL="514350" indent="-514350">
              <a:buAutoNum type="arabicParenR"/>
            </a:pPr>
            <a:r>
              <a:rPr lang="es-US" sz="1800" dirty="0" err="1"/>
              <a:t>Abir</a:t>
            </a:r>
            <a:r>
              <a:rPr lang="es-US" sz="1800" dirty="0"/>
              <a:t> un navegador web e ingresar por completo a la pagina de RDA</a:t>
            </a:r>
          </a:p>
          <a:p>
            <a:pPr marL="514350" indent="-514350">
              <a:buAutoNum type="arabicParenR"/>
            </a:pPr>
            <a:r>
              <a:rPr lang="es-US" sz="1800" dirty="0"/>
              <a:t>Hacer </a:t>
            </a:r>
            <a:r>
              <a:rPr lang="es-US" sz="1800" dirty="0" err="1"/>
              <a:t>click</a:t>
            </a:r>
            <a:r>
              <a:rPr lang="es-US" sz="1800" dirty="0"/>
              <a:t> derecho (EDGE, CHROME) sobre cualquier parte de la pagina y hacer </a:t>
            </a:r>
            <a:r>
              <a:rPr lang="es-US" sz="1800" dirty="0" err="1"/>
              <a:t>click</a:t>
            </a:r>
            <a:r>
              <a:rPr lang="es-US" sz="1800" dirty="0"/>
              <a:t> en “INSPECCIONAR”</a:t>
            </a:r>
          </a:p>
          <a:p>
            <a:pPr marL="514350" indent="-514350">
              <a:buAutoNum type="arabicParenR"/>
            </a:pPr>
            <a:r>
              <a:rPr lang="es-US" sz="1800" dirty="0"/>
              <a:t>Buscar un AWB (puede ser ficticio, como por ejemplo 0000000)</a:t>
            </a:r>
          </a:p>
          <a:p>
            <a:pPr marL="514350" indent="-514350">
              <a:buAutoNum type="arabicParenR"/>
            </a:pPr>
            <a:r>
              <a:rPr lang="es-US" sz="1800" dirty="0"/>
              <a:t>En la sección de “NETWORK” con signo de wifi, podemos ver todo lo que se cargó y envió en la pagina, aquí encontraremos nuestra solicitud, lleva el nombre “</a:t>
            </a:r>
            <a:r>
              <a:rPr lang="es-US" sz="1800" dirty="0" err="1"/>
              <a:t>getRevItemByTrk?trkNbr</a:t>
            </a:r>
            <a:r>
              <a:rPr lang="es-US" sz="1800" dirty="0"/>
              <a:t>=0000000” usando 0000000 como ejemplo de AWB.</a:t>
            </a:r>
          </a:p>
          <a:p>
            <a:pPr marL="514350" indent="-514350">
              <a:buAutoNum type="arabicParenR"/>
            </a:pPr>
            <a:r>
              <a:rPr lang="es-US" sz="1800" dirty="0"/>
              <a:t>Apretando esta llamada, en la primera pestaña llamada “HEADERS” podemos encontrar nuestro token en la sección “</a:t>
            </a:r>
            <a:r>
              <a:rPr lang="es-US" sz="1800" dirty="0" err="1"/>
              <a:t>authorization</a:t>
            </a:r>
            <a:r>
              <a:rPr lang="es-US" sz="1800" dirty="0"/>
              <a:t>”, es la cadena de texto luego de “BEARER”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70A4028-C167-79DE-67CA-D4E901CBD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07304"/>
            <a:ext cx="12192000" cy="255069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8FA0AE7-9B6F-9BED-0B62-F1D2C3D57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3766"/>
            <a:ext cx="5522707" cy="310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891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CEAE5-4C2A-17C3-77BB-72A5A8646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B964C5-4F80-A219-84B0-F434B3554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5706"/>
            <a:ext cx="5522707" cy="752354"/>
          </a:xfrm>
        </p:spPr>
        <p:txBody>
          <a:bodyPr>
            <a:noAutofit/>
          </a:bodyPr>
          <a:lstStyle/>
          <a:p>
            <a:pPr algn="ctr"/>
            <a:r>
              <a:rPr lang="es-MX" sz="2800" b="1" dirty="0">
                <a:solidFill>
                  <a:srgbClr val="00B0F0"/>
                </a:solidFill>
              </a:rPr>
              <a:t>TOKEN: METODO 1 - HEADERS</a:t>
            </a:r>
            <a:endParaRPr lang="es-US" sz="2800" b="1" dirty="0">
              <a:solidFill>
                <a:srgbClr val="00B0F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99494D-2F74-B24D-1FE0-6437B7DC3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1" y="1111168"/>
            <a:ext cx="6768470" cy="532435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MX" sz="3200" dirty="0"/>
              <a:t>Es de vital importancia copiar y pegar correctamente este token, ya que el </a:t>
            </a:r>
            <a:r>
              <a:rPr lang="es-MX" sz="3200" dirty="0" err="1"/>
              <a:t>string</a:t>
            </a:r>
            <a:r>
              <a:rPr lang="es-MX" sz="3200" dirty="0"/>
              <a:t> debe ser cargado limpiamente, de no serlo, simplemente la llamada no podrá concretarse y la solicitud tirara un error de autorización, lo que requerirá de ingresar nuevamente el token.</a:t>
            </a:r>
          </a:p>
          <a:p>
            <a:pPr marL="0" indent="0">
              <a:buNone/>
            </a:pPr>
            <a:endParaRPr lang="es-MX" sz="3200" dirty="0"/>
          </a:p>
          <a:p>
            <a:pPr marL="0" indent="0">
              <a:buNone/>
            </a:pPr>
            <a:r>
              <a:rPr lang="es-MX" sz="3200" dirty="0"/>
              <a:t>El programa detecta automáticamente espacios extras y líneas innecesarias, las quita automáticamente.</a:t>
            </a:r>
          </a:p>
          <a:p>
            <a:pPr marL="0" indent="0">
              <a:buNone/>
            </a:pPr>
            <a:endParaRPr lang="es-MX" sz="3200" dirty="0"/>
          </a:p>
          <a:p>
            <a:pPr marL="0" indent="0">
              <a:buNone/>
            </a:pPr>
            <a:endParaRPr lang="es-US" sz="32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3DB42E6-D35A-B525-20C1-C02F808AC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504" y="4171095"/>
            <a:ext cx="4982270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961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1E77D-2A36-90B2-ED29-FC7A8ED89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75C048-6444-8B2C-9090-9E6209B74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5706"/>
            <a:ext cx="5522707" cy="752354"/>
          </a:xfrm>
        </p:spPr>
        <p:txBody>
          <a:bodyPr>
            <a:noAutofit/>
          </a:bodyPr>
          <a:lstStyle/>
          <a:p>
            <a:pPr algn="ctr"/>
            <a:r>
              <a:rPr lang="es-MX" sz="2800" b="1" dirty="0">
                <a:solidFill>
                  <a:srgbClr val="00B0F0"/>
                </a:solidFill>
              </a:rPr>
              <a:t>TOKEN: METODO 2 - REHASH</a:t>
            </a:r>
            <a:endParaRPr lang="es-US" sz="2800" b="1" dirty="0">
              <a:solidFill>
                <a:srgbClr val="00B0F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DE8A4C-3806-1DAF-5F72-BD91FB9EF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1" y="1111168"/>
            <a:ext cx="11851996" cy="246604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MX" sz="3200" dirty="0"/>
              <a:t>El token tiene una duración determinada de </a:t>
            </a:r>
            <a:r>
              <a:rPr lang="es-MX" sz="3200" dirty="0">
                <a:solidFill>
                  <a:srgbClr val="00B0F0"/>
                </a:solidFill>
              </a:rPr>
              <a:t>3600</a:t>
            </a:r>
            <a:r>
              <a:rPr lang="es-MX" sz="3200" dirty="0"/>
              <a:t> segundos, después del </a:t>
            </a:r>
            <a:r>
              <a:rPr lang="es-MX" sz="3200" dirty="0" err="1"/>
              <a:t>timer</a:t>
            </a:r>
            <a:r>
              <a:rPr lang="es-MX" sz="3200" dirty="0"/>
              <a:t> el token caducara este en uso o no, en este momento, la pagina generara un token nuevo usando una solicitud nombrada </a:t>
            </a:r>
            <a:r>
              <a:rPr lang="es-MX" sz="3200" dirty="0">
                <a:solidFill>
                  <a:srgbClr val="00B0F0"/>
                </a:solidFill>
              </a:rPr>
              <a:t>“Token”</a:t>
            </a:r>
            <a:r>
              <a:rPr lang="es-MX" sz="3200" dirty="0"/>
              <a:t>, en ella no requerimos los </a:t>
            </a:r>
            <a:r>
              <a:rPr lang="es-MX" sz="3200" dirty="0" err="1"/>
              <a:t>headers</a:t>
            </a:r>
            <a:r>
              <a:rPr lang="es-MX" sz="3200" dirty="0"/>
              <a:t>, requerimos la pestaña “</a:t>
            </a:r>
            <a:r>
              <a:rPr lang="es-MX" sz="3200" dirty="0">
                <a:solidFill>
                  <a:srgbClr val="00B0F0"/>
                </a:solidFill>
              </a:rPr>
              <a:t>Response</a:t>
            </a:r>
            <a:r>
              <a:rPr lang="es-MX" sz="3200" dirty="0"/>
              <a:t>”, la cual esta codificada como un JSON, el valor de cadena esta en el apartado </a:t>
            </a:r>
            <a:r>
              <a:rPr lang="es-MX" sz="3200" dirty="0">
                <a:solidFill>
                  <a:srgbClr val="00B0F0"/>
                </a:solidFill>
              </a:rPr>
              <a:t>“ACCESS TOKEN”</a:t>
            </a:r>
            <a:r>
              <a:rPr lang="es-MX" sz="3200" dirty="0"/>
              <a:t>, el token es toda la cadena entre las comillas, </a:t>
            </a:r>
            <a:r>
              <a:rPr lang="es-MX" sz="3200" b="1" dirty="0">
                <a:solidFill>
                  <a:srgbClr val="FFFF00"/>
                </a:solidFill>
              </a:rPr>
              <a:t>no copias las comillas, solo la cadena de texto</a:t>
            </a:r>
            <a:r>
              <a:rPr lang="es-MX" sz="3200" dirty="0"/>
              <a:t>.</a:t>
            </a:r>
          </a:p>
          <a:p>
            <a:pPr marL="0" indent="0">
              <a:buNone/>
            </a:pPr>
            <a:endParaRPr lang="es-MX" sz="3200" dirty="0"/>
          </a:p>
          <a:p>
            <a:pPr marL="0" indent="0">
              <a:buNone/>
            </a:pPr>
            <a:r>
              <a:rPr lang="es-MX" sz="3200" dirty="0"/>
              <a:t>Alternativamente, </a:t>
            </a:r>
            <a:r>
              <a:rPr lang="es-MX" sz="3200" dirty="0">
                <a:solidFill>
                  <a:srgbClr val="FFFF00"/>
                </a:solidFill>
              </a:rPr>
              <a:t>se puede hacer el método 1 en cualquier momento</a:t>
            </a:r>
            <a:r>
              <a:rPr lang="es-MX" sz="3200" dirty="0"/>
              <a:t>, incluso antes de que caduque el token actual, así podrán visualizarlo otra vez, ya que se mantiene mientras este sea vigente.</a:t>
            </a:r>
          </a:p>
          <a:p>
            <a:pPr marL="0" indent="0">
              <a:buNone/>
            </a:pPr>
            <a:endParaRPr lang="es-MX" sz="3200" dirty="0"/>
          </a:p>
          <a:p>
            <a:pPr marL="0" indent="0">
              <a:buNone/>
            </a:pPr>
            <a:endParaRPr lang="es-US" sz="32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290B348-A63E-9095-BEE1-09D6E713E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5932"/>
            <a:ext cx="12192000" cy="320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643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37D34-E1F0-5FC6-BD5E-E48CB7F32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7484"/>
            <a:ext cx="5014452" cy="580103"/>
          </a:xfrm>
        </p:spPr>
        <p:txBody>
          <a:bodyPr>
            <a:normAutofit fontScale="90000"/>
          </a:bodyPr>
          <a:lstStyle/>
          <a:p>
            <a:pPr algn="ctr"/>
            <a:r>
              <a:rPr lang="es-MX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USO DE LA MACRO</a:t>
            </a:r>
            <a:endParaRPr lang="es-US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B07FF0-E963-AA50-9D86-AE9174FCB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86581"/>
            <a:ext cx="5014452" cy="5805950"/>
          </a:xfrm>
        </p:spPr>
        <p:txBody>
          <a:bodyPr>
            <a:normAutofit fontScale="55000" lnSpcReduction="20000"/>
          </a:bodyPr>
          <a:lstStyle/>
          <a:p>
            <a:r>
              <a:rPr lang="es-MX" dirty="0"/>
              <a:t>La macro funciona usando únicamente el AWB, pero para efectos de control interno y el deber ser según lineamientos de FEDEX, debemos  resguardar la información generada en FGC, seguiremos estos pasos:</a:t>
            </a:r>
          </a:p>
          <a:p>
            <a:pPr marL="514350" indent="-514350">
              <a:buAutoNum type="arabicParenR"/>
            </a:pPr>
            <a:r>
              <a:rPr lang="es-MX" dirty="0"/>
              <a:t>Descargar el reporte en columnas del manifiesto “</a:t>
            </a:r>
            <a:r>
              <a:rPr lang="es-MX" dirty="0" err="1"/>
              <a:t>Detailed</a:t>
            </a:r>
            <a:r>
              <a:rPr lang="es-MX" dirty="0"/>
              <a:t> </a:t>
            </a:r>
            <a:r>
              <a:rPr lang="es-MX" dirty="0" err="1"/>
              <a:t>Manifiest</a:t>
            </a:r>
            <a:r>
              <a:rPr lang="es-MX" dirty="0"/>
              <a:t> </a:t>
            </a:r>
            <a:r>
              <a:rPr lang="es-MX" dirty="0" err="1"/>
              <a:t>Report</a:t>
            </a:r>
            <a:r>
              <a:rPr lang="es-MX" dirty="0"/>
              <a:t> In </a:t>
            </a:r>
            <a:r>
              <a:rPr lang="es-MX" dirty="0" err="1"/>
              <a:t>Columns</a:t>
            </a:r>
            <a:r>
              <a:rPr lang="es-MX" dirty="0"/>
              <a:t>”, el reporte resultante se tiene que limpiar siguiendo la normativa estándar.</a:t>
            </a:r>
          </a:p>
          <a:p>
            <a:pPr marL="514350" indent="-514350">
              <a:buAutoNum type="arabicParenR"/>
            </a:pPr>
            <a:r>
              <a:rPr lang="es-MX" dirty="0"/>
              <a:t>Del documento únicamente resguardaremos la información de las columnas </a:t>
            </a:r>
            <a:r>
              <a:rPr lang="es-MX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“AB/HDR”, “CONSIGNEE COMPANY”, “CONSIGNEE NAME”, “BILL D/T”, “CUSTOMS VALUE” y “FREIGHT AMOUNT (USD)”.</a:t>
            </a:r>
          </a:p>
          <a:p>
            <a:pPr marL="514350" indent="-514350">
              <a:buAutoNum type="arabicParenR"/>
            </a:pPr>
            <a:r>
              <a:rPr lang="es-MX" dirty="0"/>
              <a:t>Estas son las mismas columnas que pegamos en la macro desde la columna D, la primera columna lleva </a:t>
            </a:r>
            <a:r>
              <a:rPr lang="es-MX" dirty="0" err="1"/>
              <a:t>source</a:t>
            </a:r>
            <a:r>
              <a:rPr lang="es-MX" dirty="0"/>
              <a:t> que distinguimos 2, </a:t>
            </a:r>
            <a:r>
              <a:rPr lang="es-MX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“FGC” &amp; “EOPS”, </a:t>
            </a:r>
            <a:r>
              <a:rPr lang="es-MX" dirty="0"/>
              <a:t>en la cual se incluyen </a:t>
            </a:r>
            <a:r>
              <a:rPr lang="es-MX" dirty="0" err="1"/>
              <a:t>Overages</a:t>
            </a:r>
            <a:r>
              <a:rPr lang="es-MX" dirty="0"/>
              <a:t> no incluidos en el manifiesto.</a:t>
            </a:r>
          </a:p>
          <a:p>
            <a:pPr marL="514350" indent="-514350">
              <a:buAutoNum type="arabicParenR"/>
            </a:pPr>
            <a:r>
              <a:rPr lang="es-MX" dirty="0"/>
              <a:t> Al terminar la macro generará información suficiente para determinar el valor del flete mas actualizado para esa AWB.</a:t>
            </a:r>
          </a:p>
          <a:p>
            <a:pPr marL="514350" indent="-514350">
              <a:buAutoNum type="arabicParenR"/>
            </a:pPr>
            <a:r>
              <a:rPr lang="es-MX" dirty="0"/>
              <a:t>Como regla, si el RDA contiene errores no se puede asegurar que el REVITEM tenga suficiente información para generar un costo determinante de flete, es decir</a:t>
            </a:r>
            <a:r>
              <a:rPr lang="es-MX" b="1" u="sng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, con un error </a:t>
            </a:r>
            <a:r>
              <a:rPr lang="es-MX" b="1" u="sng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flag</a:t>
            </a:r>
            <a:r>
              <a:rPr lang="es-MX" b="1" u="sng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no podemos cambiar la información base de FGC </a:t>
            </a:r>
            <a:r>
              <a:rPr lang="es-MX" dirty="0"/>
              <a:t>hasta no tener confirmación por parte de facturación de que el proceso haya sido revisado.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E27A06A-0FE2-83F9-C34F-0B5D9C1BA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7484"/>
            <a:ext cx="6697010" cy="271500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6A2F76A-18FE-20F8-4116-99F78DA34F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444"/>
          <a:stretch>
            <a:fillRect/>
          </a:stretch>
        </p:blipFill>
        <p:spPr>
          <a:xfrm>
            <a:off x="5355826" y="2980257"/>
            <a:ext cx="5536587" cy="166116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79BB428-2101-A2E7-A142-C4E6212157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556"/>
          <a:stretch>
            <a:fillRect/>
          </a:stretch>
        </p:blipFill>
        <p:spPr>
          <a:xfrm>
            <a:off x="5355826" y="4759186"/>
            <a:ext cx="3759813" cy="166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1128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3BE5B-EC5F-0417-83AF-6CA9CA007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0B8DC465-633B-62DF-8B8C-B81CDC0A7B9B}"/>
              </a:ext>
            </a:extLst>
          </p:cNvPr>
          <p:cNvSpPr/>
          <p:nvPr/>
        </p:nvSpPr>
        <p:spPr>
          <a:xfrm>
            <a:off x="199103" y="4901599"/>
            <a:ext cx="11793794" cy="9159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40F168-CE2D-3CD1-8D35-C54177307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774" y="90379"/>
            <a:ext cx="5014452" cy="580103"/>
          </a:xfrm>
        </p:spPr>
        <p:txBody>
          <a:bodyPr>
            <a:normAutofit fontScale="90000"/>
          </a:bodyPr>
          <a:lstStyle/>
          <a:p>
            <a:pPr algn="ctr"/>
            <a:r>
              <a:rPr lang="es-MX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USO DE LA MACRO</a:t>
            </a:r>
            <a:endParaRPr lang="es-US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E6192D-8A42-9A60-15FB-E52251CCE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351313"/>
            <a:ext cx="12192000" cy="2319010"/>
          </a:xfrm>
        </p:spPr>
        <p:txBody>
          <a:bodyPr>
            <a:normAutofit fontScale="92500" lnSpcReduction="10000"/>
          </a:bodyPr>
          <a:lstStyle/>
          <a:p>
            <a:r>
              <a:rPr lang="es-MX" dirty="0"/>
              <a:t>Una vez conseguimos este sector ya podemos guardarlo en una base de datos general como valores, a partir de ahí podemos empezar a trabajar las </a:t>
            </a:r>
            <a:r>
              <a:rPr lang="es-MX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métricas</a:t>
            </a:r>
            <a:r>
              <a:rPr lang="es-MX" dirty="0"/>
              <a:t> que requiere corporativo, estas métricas pueden cambiar en un futuro dependiendo de las necesidades de corporativo.</a:t>
            </a:r>
          </a:p>
          <a:p>
            <a:r>
              <a:rPr lang="es-MX" dirty="0"/>
              <a:t>Se copia desde el </a:t>
            </a:r>
            <a:r>
              <a:rPr lang="es-MX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SRC</a:t>
            </a:r>
            <a:r>
              <a:rPr lang="es-MX" dirty="0"/>
              <a:t> hasta el </a:t>
            </a:r>
            <a:r>
              <a:rPr lang="es-MX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DESTLOC</a:t>
            </a:r>
            <a:r>
              <a:rPr lang="es-MX" dirty="0"/>
              <a:t> para cumplir con el requerimiento de corporativo: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D8A5F337-1713-2527-26CE-9F1FE88F42FA}"/>
              </a:ext>
            </a:extLst>
          </p:cNvPr>
          <p:cNvGrpSpPr/>
          <p:nvPr/>
        </p:nvGrpSpPr>
        <p:grpSpPr>
          <a:xfrm>
            <a:off x="306237" y="814530"/>
            <a:ext cx="11382880" cy="1188253"/>
            <a:chOff x="334945" y="4236356"/>
            <a:chExt cx="11382880" cy="1188253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35FFCB20-35EF-45D8-D2DC-B9609525E523}"/>
                </a:ext>
              </a:extLst>
            </p:cNvPr>
            <p:cNvSpPr/>
            <p:nvPr/>
          </p:nvSpPr>
          <p:spPr>
            <a:xfrm>
              <a:off x="334945" y="4236356"/>
              <a:ext cx="11382880" cy="11882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US"/>
            </a:p>
          </p:txBody>
        </p:sp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89737BCC-EF0C-BB24-720B-C6D611710A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945" y="4236356"/>
              <a:ext cx="11382880" cy="11882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DBFADFCE-A9ED-1BEB-4D5C-2581BAA64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436100"/>
              </p:ext>
            </p:extLst>
          </p:nvPr>
        </p:nvGraphicFramePr>
        <p:xfrm>
          <a:off x="199103" y="4901599"/>
          <a:ext cx="11776589" cy="915980"/>
        </p:xfrm>
        <a:graphic>
          <a:graphicData uri="http://schemas.openxmlformats.org/drawingml/2006/table">
            <a:tbl>
              <a:tblPr/>
              <a:tblGrid>
                <a:gridCol w="439191">
                  <a:extLst>
                    <a:ext uri="{9D8B030D-6E8A-4147-A177-3AD203B41FA5}">
                      <a16:colId xmlns:a16="http://schemas.microsoft.com/office/drawing/2014/main" val="2903194621"/>
                    </a:ext>
                  </a:extLst>
                </a:gridCol>
                <a:gridCol w="345079">
                  <a:extLst>
                    <a:ext uri="{9D8B030D-6E8A-4147-A177-3AD203B41FA5}">
                      <a16:colId xmlns:a16="http://schemas.microsoft.com/office/drawing/2014/main" val="3566727907"/>
                    </a:ext>
                  </a:extLst>
                </a:gridCol>
                <a:gridCol w="395272">
                  <a:extLst>
                    <a:ext uri="{9D8B030D-6E8A-4147-A177-3AD203B41FA5}">
                      <a16:colId xmlns:a16="http://schemas.microsoft.com/office/drawing/2014/main" val="194711357"/>
                    </a:ext>
                  </a:extLst>
                </a:gridCol>
                <a:gridCol w="533303">
                  <a:extLst>
                    <a:ext uri="{9D8B030D-6E8A-4147-A177-3AD203B41FA5}">
                      <a16:colId xmlns:a16="http://schemas.microsoft.com/office/drawing/2014/main" val="3495261168"/>
                    </a:ext>
                  </a:extLst>
                </a:gridCol>
                <a:gridCol w="916026">
                  <a:extLst>
                    <a:ext uri="{9D8B030D-6E8A-4147-A177-3AD203B41FA5}">
                      <a16:colId xmlns:a16="http://schemas.microsoft.com/office/drawing/2014/main" val="83954652"/>
                    </a:ext>
                  </a:extLst>
                </a:gridCol>
                <a:gridCol w="765447">
                  <a:extLst>
                    <a:ext uri="{9D8B030D-6E8A-4147-A177-3AD203B41FA5}">
                      <a16:colId xmlns:a16="http://schemas.microsoft.com/office/drawing/2014/main" val="1553022117"/>
                    </a:ext>
                  </a:extLst>
                </a:gridCol>
                <a:gridCol w="445464">
                  <a:extLst>
                    <a:ext uri="{9D8B030D-6E8A-4147-A177-3AD203B41FA5}">
                      <a16:colId xmlns:a16="http://schemas.microsoft.com/office/drawing/2014/main" val="3943101300"/>
                    </a:ext>
                  </a:extLst>
                </a:gridCol>
                <a:gridCol w="721528">
                  <a:extLst>
                    <a:ext uri="{9D8B030D-6E8A-4147-A177-3AD203B41FA5}">
                      <a16:colId xmlns:a16="http://schemas.microsoft.com/office/drawing/2014/main" val="3618816750"/>
                    </a:ext>
                  </a:extLst>
                </a:gridCol>
                <a:gridCol w="439191">
                  <a:extLst>
                    <a:ext uri="{9D8B030D-6E8A-4147-A177-3AD203B41FA5}">
                      <a16:colId xmlns:a16="http://schemas.microsoft.com/office/drawing/2014/main" val="4110714090"/>
                    </a:ext>
                  </a:extLst>
                </a:gridCol>
                <a:gridCol w="439191">
                  <a:extLst>
                    <a:ext uri="{9D8B030D-6E8A-4147-A177-3AD203B41FA5}">
                      <a16:colId xmlns:a16="http://schemas.microsoft.com/office/drawing/2014/main" val="1679502282"/>
                    </a:ext>
                  </a:extLst>
                </a:gridCol>
                <a:gridCol w="439191">
                  <a:extLst>
                    <a:ext uri="{9D8B030D-6E8A-4147-A177-3AD203B41FA5}">
                      <a16:colId xmlns:a16="http://schemas.microsoft.com/office/drawing/2014/main" val="2022426497"/>
                    </a:ext>
                  </a:extLst>
                </a:gridCol>
                <a:gridCol w="527029">
                  <a:extLst>
                    <a:ext uri="{9D8B030D-6E8A-4147-A177-3AD203B41FA5}">
                      <a16:colId xmlns:a16="http://schemas.microsoft.com/office/drawing/2014/main" val="1976585221"/>
                    </a:ext>
                  </a:extLst>
                </a:gridCol>
                <a:gridCol w="439191">
                  <a:extLst>
                    <a:ext uri="{9D8B030D-6E8A-4147-A177-3AD203B41FA5}">
                      <a16:colId xmlns:a16="http://schemas.microsoft.com/office/drawing/2014/main" val="1479426063"/>
                    </a:ext>
                  </a:extLst>
                </a:gridCol>
                <a:gridCol w="439191">
                  <a:extLst>
                    <a:ext uri="{9D8B030D-6E8A-4147-A177-3AD203B41FA5}">
                      <a16:colId xmlns:a16="http://schemas.microsoft.com/office/drawing/2014/main" val="3206724474"/>
                    </a:ext>
                  </a:extLst>
                </a:gridCol>
                <a:gridCol w="439191">
                  <a:extLst>
                    <a:ext uri="{9D8B030D-6E8A-4147-A177-3AD203B41FA5}">
                      <a16:colId xmlns:a16="http://schemas.microsoft.com/office/drawing/2014/main" val="2299007819"/>
                    </a:ext>
                  </a:extLst>
                </a:gridCol>
                <a:gridCol w="439191">
                  <a:extLst>
                    <a:ext uri="{9D8B030D-6E8A-4147-A177-3AD203B41FA5}">
                      <a16:colId xmlns:a16="http://schemas.microsoft.com/office/drawing/2014/main" val="3982622866"/>
                    </a:ext>
                  </a:extLst>
                </a:gridCol>
                <a:gridCol w="439191">
                  <a:extLst>
                    <a:ext uri="{9D8B030D-6E8A-4147-A177-3AD203B41FA5}">
                      <a16:colId xmlns:a16="http://schemas.microsoft.com/office/drawing/2014/main" val="797746367"/>
                    </a:ext>
                  </a:extLst>
                </a:gridCol>
                <a:gridCol w="439191">
                  <a:extLst>
                    <a:ext uri="{9D8B030D-6E8A-4147-A177-3AD203B41FA5}">
                      <a16:colId xmlns:a16="http://schemas.microsoft.com/office/drawing/2014/main" val="1079362501"/>
                    </a:ext>
                  </a:extLst>
                </a:gridCol>
                <a:gridCol w="439191">
                  <a:extLst>
                    <a:ext uri="{9D8B030D-6E8A-4147-A177-3AD203B41FA5}">
                      <a16:colId xmlns:a16="http://schemas.microsoft.com/office/drawing/2014/main" val="1853883779"/>
                    </a:ext>
                  </a:extLst>
                </a:gridCol>
                <a:gridCol w="382723">
                  <a:extLst>
                    <a:ext uri="{9D8B030D-6E8A-4147-A177-3AD203B41FA5}">
                      <a16:colId xmlns:a16="http://schemas.microsoft.com/office/drawing/2014/main" val="3673761825"/>
                    </a:ext>
                  </a:extLst>
                </a:gridCol>
                <a:gridCol w="382723">
                  <a:extLst>
                    <a:ext uri="{9D8B030D-6E8A-4147-A177-3AD203B41FA5}">
                      <a16:colId xmlns:a16="http://schemas.microsoft.com/office/drawing/2014/main" val="3590082971"/>
                    </a:ext>
                  </a:extLst>
                </a:gridCol>
                <a:gridCol w="527029">
                  <a:extLst>
                    <a:ext uri="{9D8B030D-6E8A-4147-A177-3AD203B41FA5}">
                      <a16:colId xmlns:a16="http://schemas.microsoft.com/office/drawing/2014/main" val="3365464771"/>
                    </a:ext>
                  </a:extLst>
                </a:gridCol>
                <a:gridCol w="464287">
                  <a:extLst>
                    <a:ext uri="{9D8B030D-6E8A-4147-A177-3AD203B41FA5}">
                      <a16:colId xmlns:a16="http://schemas.microsoft.com/office/drawing/2014/main" val="3694420349"/>
                    </a:ext>
                  </a:extLst>
                </a:gridCol>
                <a:gridCol w="539578">
                  <a:extLst>
                    <a:ext uri="{9D8B030D-6E8A-4147-A177-3AD203B41FA5}">
                      <a16:colId xmlns:a16="http://schemas.microsoft.com/office/drawing/2014/main" val="49695859"/>
                    </a:ext>
                  </a:extLst>
                </a:gridCol>
              </a:tblGrid>
              <a:tr h="184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SOURCE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DATE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FLIGHT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TRACKNUM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CONSIGNEE COMPANY: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CONSIGNEE NAME: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BILL D/T: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CUSTOMS VALUE: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FREIGHT (ORG):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FREIGHT (RDA):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NB CURRENCY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NON-BILLED CHARGES USD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RATING CURRENCY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FREIGHT (RATED)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REVENUE CURRENCY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FREIGHT (REVENUE)2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ORIGIN COUNTRY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DESTINATION LOCATION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FREIGHT (FGC):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DIF OR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DIF UP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PRIORIDAD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STATUS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REPORTE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407097"/>
                  </a:ext>
                </a:extLst>
              </a:tr>
              <a:tr h="1706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Aptos Display" panose="020B0004020202020204" pitchFamily="34" charset="0"/>
                        </a:rPr>
                        <a:t>FGC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Aptos Display" panose="020B0004020202020204" pitchFamily="34" charset="0"/>
                        </a:rPr>
                        <a:t>feb 23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Aptos Display" panose="020B0004020202020204" pitchFamily="34" charset="0"/>
                        </a:rPr>
                        <a:t>8135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Aptos Display" panose="020B0004020202020204" pitchFamily="34" charset="0"/>
                        </a:rPr>
                        <a:t>398620283865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Aptos Display" panose="020B0004020202020204" pitchFamily="34" charset="0"/>
                        </a:rPr>
                        <a:t>ALAN ANDRADE ALATRISTE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Aptos Display" panose="020B0004020202020204" pitchFamily="34" charset="0"/>
                        </a:rPr>
                        <a:t>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Aptos Display" panose="020B0004020202020204" pitchFamily="34" charset="0"/>
                        </a:rPr>
                        <a:t>49.75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Calibri Light" panose="020F0302020204030204" pitchFamily="34" charset="0"/>
                        </a:rPr>
                        <a:t>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525252"/>
                          </a:solidFill>
                          <a:effectLst/>
                          <a:latin typeface="Calibri Light" panose="020F0302020204030204" pitchFamily="34" charset="0"/>
                        </a:rPr>
                        <a:t>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525252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525252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525252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525252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525252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525252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525252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525252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Calibri Light" panose="020F0302020204030204" pitchFamily="34" charset="0"/>
                        </a:rPr>
                        <a:t>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Calibri Light" panose="020F0302020204030204" pitchFamily="34" charset="0"/>
                        </a:rPr>
                        <a:t>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Aptos Display" panose="020B0004020202020204" pitchFamily="34" charset="0"/>
                        </a:rPr>
                        <a:t>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Aptos Display" panose="020B0004020202020204" pitchFamily="34" charset="0"/>
                        </a:rPr>
                        <a:t>UP CORRECTO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Aptos Display" panose="020B0004020202020204" pitchFamily="34" charset="0"/>
                        </a:rPr>
                        <a:t>SIN DIFERENCIA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852315"/>
                  </a:ext>
                </a:extLst>
              </a:tr>
              <a:tr h="903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Aptos Display" panose="020B0004020202020204" pitchFamily="34" charset="0"/>
                        </a:rPr>
                        <a:t>FGC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Aptos Display" panose="020B0004020202020204" pitchFamily="34" charset="0"/>
                        </a:rPr>
                        <a:t>feb 23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Aptos Display" panose="020B0004020202020204" pitchFamily="34" charset="0"/>
                        </a:rPr>
                        <a:t>8135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Aptos Display" panose="020B0004020202020204" pitchFamily="34" charset="0"/>
                        </a:rPr>
                        <a:t>398706898510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Aptos Display" panose="020B0004020202020204" pitchFamily="34" charset="0"/>
                        </a:rPr>
                        <a:t>VALERIA ROSAS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Aptos Display" panose="020B0004020202020204" pitchFamily="34" charset="0"/>
                        </a:rPr>
                        <a:t>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Aptos Display" panose="020B0004020202020204" pitchFamily="34" charset="0"/>
                        </a:rPr>
                        <a:t>498.39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Calibri Light" panose="020F0302020204030204" pitchFamily="34" charset="0"/>
                        </a:rPr>
                        <a:t>                40.00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525252"/>
                          </a:solidFill>
                          <a:effectLst/>
                          <a:latin typeface="Calibri Light" panose="020F0302020204030204" pitchFamily="34" charset="0"/>
                        </a:rPr>
                        <a:t>            33.59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525252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525252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525252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525252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525252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525252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525252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525252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Calibri Light" panose="020F0302020204030204" pitchFamily="34" charset="0"/>
                        </a:rPr>
                        <a:t>                33.59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Calibri Light" panose="020F0302020204030204" pitchFamily="34" charset="0"/>
                        </a:rPr>
                        <a:t>-             6.41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Calibri Light" panose="020F0302020204030204" pitchFamily="34" charset="0"/>
                        </a:rPr>
                        <a:t>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Aptos Display" panose="020B0004020202020204" pitchFamily="34" charset="0"/>
                        </a:rPr>
                        <a:t>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Aptos Display" panose="020B0004020202020204" pitchFamily="34" charset="0"/>
                        </a:rPr>
                        <a:t>UP CORRECTO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525252"/>
                          </a:solidFill>
                          <a:effectLst/>
                          <a:latin typeface="Aptos Display" panose="020B0004020202020204" pitchFamily="34" charset="0"/>
                        </a:rPr>
                        <a:t>CON DIFERENCIA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F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788885"/>
                  </a:ext>
                </a:extLst>
              </a:tr>
              <a:tr h="903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FGC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feb 23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8135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398731797637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NELSY PUERTO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27.98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                18.00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 ERROR RDA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 ERROR RDA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 ERROR RDA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ERROR RDA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CON ERROR RDA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709533"/>
                  </a:ext>
                </a:extLst>
              </a:tr>
              <a:tr h="903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FGC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feb 23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8135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398757992858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RICARDO DUARTE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108.82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                32.00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            31.48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-             0.52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            31.48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UP PENDIENTE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CON DIFERENCIA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9932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365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44A87-1DFB-3C09-5E91-3FA468E22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92655-A2C5-5C6A-0FC9-16CDBF721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774" y="90379"/>
            <a:ext cx="5014452" cy="580103"/>
          </a:xfrm>
        </p:spPr>
        <p:txBody>
          <a:bodyPr>
            <a:normAutofit fontScale="90000"/>
          </a:bodyPr>
          <a:lstStyle/>
          <a:p>
            <a:pPr algn="ctr"/>
            <a:r>
              <a:rPr lang="es-MX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USO DE LA MACRO</a:t>
            </a:r>
            <a:endParaRPr lang="es-US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BDEA87-2CDB-86B0-2D4E-D030493A4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5803"/>
            <a:ext cx="12192000" cy="1597689"/>
          </a:xfrm>
        </p:spPr>
        <p:txBody>
          <a:bodyPr>
            <a:normAutofit/>
          </a:bodyPr>
          <a:lstStyle/>
          <a:p>
            <a:r>
              <a:rPr lang="es-MX" dirty="0"/>
              <a:t>Con toda la información ya podemos generar los reportes desde la tabla dinámica: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15C0C49-3687-2692-95E1-18B7FF794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35" y="1936362"/>
            <a:ext cx="11012129" cy="481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694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627</TotalTime>
  <Words>2016</Words>
  <Application>Microsoft Office PowerPoint</Application>
  <PresentationFormat>Panorámica</PresentationFormat>
  <Paragraphs>231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Calibri Light</vt:lpstr>
      <vt:lpstr>FedEx Sans</vt:lpstr>
      <vt:lpstr>Office Theme</vt:lpstr>
      <vt:lpstr>MACRO:  RDA GET RATES</vt:lpstr>
      <vt:lpstr>OBJETIVOS DE LA MACRO &amp; LIMITACIONES</vt:lpstr>
      <vt:lpstr>OBJETIVOS DE LA MACRO &amp; LIMITACIONES</vt:lpstr>
      <vt:lpstr>OBJETIVOS DE LA MACRO &amp; LIMITACIONES</vt:lpstr>
      <vt:lpstr>OBJETIVOS DE LA MACRO &amp; LIMITACIONES</vt:lpstr>
      <vt:lpstr>REQUERIMIENTOS &amp; PERMISOS</vt:lpstr>
      <vt:lpstr>REQUERIMIENTOS &amp; PERMISOS</vt:lpstr>
      <vt:lpstr>REQUERIMIENTOS &amp; PERMISOS</vt:lpstr>
      <vt:lpstr>REQUERIMIENTOS &amp; PERMISOS</vt:lpstr>
      <vt:lpstr>REQUERIMIENTOS &amp; PERMISOS</vt:lpstr>
      <vt:lpstr>REQUERIMIENTOS &amp; PERMISOS</vt:lpstr>
      <vt:lpstr>REQUERIMIENTOS &amp; PERMISOS</vt:lpstr>
      <vt:lpstr>REQUERIMIENTOS &amp; PERMISOS</vt:lpstr>
      <vt:lpstr>REQUERIMIENTOS &amp; PERMISOS</vt:lpstr>
      <vt:lpstr>REQUERIMIENTOS &amp; PERMISOS</vt:lpstr>
      <vt:lpstr>ACCESS TOKEN</vt:lpstr>
      <vt:lpstr>TOKEN: METODO 1 - HEADERS</vt:lpstr>
      <vt:lpstr>TOKEN: METODO 1 - HEADERS</vt:lpstr>
      <vt:lpstr>TOKEN: METODO 1 - HEADERS</vt:lpstr>
      <vt:lpstr>TOKEN: METODO 2 - REHASH</vt:lpstr>
      <vt:lpstr>USO DE LA MACRO</vt:lpstr>
      <vt:lpstr>USO DE LA MACRO</vt:lpstr>
      <vt:lpstr>USO DE LA MACRO</vt:lpstr>
    </vt:vector>
  </TitlesOfParts>
  <Company>FedEx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Rodrigo Antonio Jimenez</dc:creator>
  <cp:lastModifiedBy>Rodrigo Antonio Jimenez</cp:lastModifiedBy>
  <cp:revision>3</cp:revision>
  <dcterms:created xsi:type="dcterms:W3CDTF">2026-02-17T23:37:24Z</dcterms:created>
  <dcterms:modified xsi:type="dcterms:W3CDTF">2026-02-24T00:34:47Z</dcterms:modified>
</cp:coreProperties>
</file>